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8288000" cy="10287000"/>
  <p:notesSz cx="6858000" cy="9144000"/>
  <p:embeddedFontLst>
    <p:embeddedFont>
      <p:font typeface="Helvetica Neue" panose="020B0604020202020204" charset="0"/>
      <p:bold r:id="rId23"/>
      <p:boldItalic r:id="rId24"/>
    </p:embeddedFont>
    <p:embeddedFont>
      <p:font typeface="Roboto" panose="02000000000000000000" pitchFamily="2"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7" d="100"/>
          <a:sy n="47" d="100"/>
        </p:scale>
        <p:origin x="500" y="6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 name="Google Shape;135;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2" name="Google Shape;152;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fb089f2f42_1_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3fb089f2f42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fb089f2f42_1_1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3fb089f2f42_1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3" name="Google Shape;193;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4" name="Google Shape;204;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1" name="Google Shape;211;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fb089f2f42_1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3" name="Google Shape;223;g3fb089f2f42_10_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fb089f2f42_1_5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1" name="Google Shape;231;g3fb089f2f42_1_55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3fb089f2f42_1_5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8" name="Google Shape;238;g3fb089f2f42_1_52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3fb089f2f42_1_5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5" name="Google Shape;245;g3fb089f2f42_1_53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3fb089f2f42_1_5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2" name="Google Shape;252;g3fb089f2f42_1_54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3fb089f2f42_1_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3fb089f2f42_1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12196756" y="10"/>
            <a:ext cx="6091250" cy="4061141"/>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a:p>
          </p:txBody>
        </p:sp>
        <p:sp>
          <p:nvSpPr>
            <p:cNvPr id="13" name="Google Shape;13;p2"/>
            <p:cNvSpPr/>
            <p:nvPr/>
          </p:nvSpPr>
          <p:spPr>
            <a:xfrm rot="10800000" flipH="1">
              <a:off x="7113588" y="107"/>
              <a:ext cx="1015200" cy="1015200"/>
            </a:xfrm>
            <a:prstGeom prst="rtTriangle">
              <a:avLst/>
            </a:prstGeom>
            <a:solidFill>
              <a:schemeClr val="accent6"/>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a:p>
          </p:txBody>
        </p:sp>
      </p:grpSp>
      <p:sp>
        <p:nvSpPr>
          <p:cNvPr id="16" name="Google Shape;16;p2"/>
          <p:cNvSpPr txBox="1">
            <a:spLocks noGrp="1"/>
          </p:cNvSpPr>
          <p:nvPr>
            <p:ph type="ctrTitle"/>
          </p:nvPr>
        </p:nvSpPr>
        <p:spPr>
          <a:xfrm>
            <a:off x="1196200" y="3550445"/>
            <a:ext cx="16444200" cy="1677600"/>
          </a:xfrm>
          <a:prstGeom prst="rect">
            <a:avLst/>
          </a:prstGeom>
        </p:spPr>
        <p:txBody>
          <a:bodyPr spcFirstLastPara="1" wrap="square" lIns="182850" tIns="182850" rIns="182850" bIns="182850" anchor="b" anchorCtr="0">
            <a:normAutofit/>
          </a:bodyPr>
          <a:lstStyle>
            <a:lvl1pPr lvl="0">
              <a:spcBef>
                <a:spcPts val="0"/>
              </a:spcBef>
              <a:spcAft>
                <a:spcPts val="0"/>
              </a:spcAft>
              <a:buClr>
                <a:schemeClr val="lt1"/>
              </a:buClr>
              <a:buSzPts val="8400"/>
              <a:buNone/>
              <a:defRPr sz="8400">
                <a:solidFill>
                  <a:schemeClr val="lt1"/>
                </a:solidFill>
              </a:defRPr>
            </a:lvl1pPr>
            <a:lvl2pPr lvl="1">
              <a:spcBef>
                <a:spcPts val="0"/>
              </a:spcBef>
              <a:spcAft>
                <a:spcPts val="0"/>
              </a:spcAft>
              <a:buClr>
                <a:schemeClr val="lt1"/>
              </a:buClr>
              <a:buSzPts val="8400"/>
              <a:buNone/>
              <a:defRPr sz="8400">
                <a:solidFill>
                  <a:schemeClr val="lt1"/>
                </a:solidFill>
              </a:defRPr>
            </a:lvl2pPr>
            <a:lvl3pPr lvl="2">
              <a:spcBef>
                <a:spcPts val="0"/>
              </a:spcBef>
              <a:spcAft>
                <a:spcPts val="0"/>
              </a:spcAft>
              <a:buClr>
                <a:schemeClr val="lt1"/>
              </a:buClr>
              <a:buSzPts val="8400"/>
              <a:buNone/>
              <a:defRPr sz="8400">
                <a:solidFill>
                  <a:schemeClr val="lt1"/>
                </a:solidFill>
              </a:defRPr>
            </a:lvl3pPr>
            <a:lvl4pPr lvl="3">
              <a:spcBef>
                <a:spcPts val="0"/>
              </a:spcBef>
              <a:spcAft>
                <a:spcPts val="0"/>
              </a:spcAft>
              <a:buClr>
                <a:schemeClr val="lt1"/>
              </a:buClr>
              <a:buSzPts val="8400"/>
              <a:buNone/>
              <a:defRPr sz="8400">
                <a:solidFill>
                  <a:schemeClr val="lt1"/>
                </a:solidFill>
              </a:defRPr>
            </a:lvl4pPr>
            <a:lvl5pPr lvl="4">
              <a:spcBef>
                <a:spcPts val="0"/>
              </a:spcBef>
              <a:spcAft>
                <a:spcPts val="0"/>
              </a:spcAft>
              <a:buClr>
                <a:schemeClr val="lt1"/>
              </a:buClr>
              <a:buSzPts val="8400"/>
              <a:buNone/>
              <a:defRPr sz="8400">
                <a:solidFill>
                  <a:schemeClr val="lt1"/>
                </a:solidFill>
              </a:defRPr>
            </a:lvl5pPr>
            <a:lvl6pPr lvl="5">
              <a:spcBef>
                <a:spcPts val="0"/>
              </a:spcBef>
              <a:spcAft>
                <a:spcPts val="0"/>
              </a:spcAft>
              <a:buClr>
                <a:schemeClr val="lt1"/>
              </a:buClr>
              <a:buSzPts val="8400"/>
              <a:buNone/>
              <a:defRPr sz="8400">
                <a:solidFill>
                  <a:schemeClr val="lt1"/>
                </a:solidFill>
              </a:defRPr>
            </a:lvl6pPr>
            <a:lvl7pPr lvl="6">
              <a:spcBef>
                <a:spcPts val="0"/>
              </a:spcBef>
              <a:spcAft>
                <a:spcPts val="0"/>
              </a:spcAft>
              <a:buClr>
                <a:schemeClr val="lt1"/>
              </a:buClr>
              <a:buSzPts val="8400"/>
              <a:buNone/>
              <a:defRPr sz="8400">
                <a:solidFill>
                  <a:schemeClr val="lt1"/>
                </a:solidFill>
              </a:defRPr>
            </a:lvl7pPr>
            <a:lvl8pPr lvl="7">
              <a:spcBef>
                <a:spcPts val="0"/>
              </a:spcBef>
              <a:spcAft>
                <a:spcPts val="0"/>
              </a:spcAft>
              <a:buClr>
                <a:schemeClr val="lt1"/>
              </a:buClr>
              <a:buSzPts val="8400"/>
              <a:buNone/>
              <a:defRPr sz="8400">
                <a:solidFill>
                  <a:schemeClr val="lt1"/>
                </a:solidFill>
              </a:defRPr>
            </a:lvl8pPr>
            <a:lvl9pPr lvl="8">
              <a:spcBef>
                <a:spcPts val="0"/>
              </a:spcBef>
              <a:spcAft>
                <a:spcPts val="0"/>
              </a:spcAft>
              <a:buClr>
                <a:schemeClr val="lt1"/>
              </a:buClr>
              <a:buSzPts val="8400"/>
              <a:buNone/>
              <a:defRPr sz="8400">
                <a:solidFill>
                  <a:schemeClr val="lt1"/>
                </a:solidFill>
              </a:defRPr>
            </a:lvl9pPr>
          </a:lstStyle>
          <a:p>
            <a:endParaRPr/>
          </a:p>
        </p:txBody>
      </p:sp>
      <p:sp>
        <p:nvSpPr>
          <p:cNvPr id="17" name="Google Shape;17;p2"/>
          <p:cNvSpPr txBox="1">
            <a:spLocks noGrp="1"/>
          </p:cNvSpPr>
          <p:nvPr>
            <p:ph type="subTitle" idx="1"/>
          </p:nvPr>
        </p:nvSpPr>
        <p:spPr>
          <a:xfrm>
            <a:off x="1196176" y="5431826"/>
            <a:ext cx="16444200" cy="865800"/>
          </a:xfrm>
          <a:prstGeom prst="rect">
            <a:avLst/>
          </a:prstGeom>
        </p:spPr>
        <p:txBody>
          <a:bodyPr spcFirstLastPara="1" wrap="square" lIns="182850" tIns="182850" rIns="182850" bIns="182850" anchor="t" anchorCtr="0">
            <a:normAutofit/>
          </a:bodyPr>
          <a:lstStyle>
            <a:lvl1pPr lvl="0">
              <a:lnSpc>
                <a:spcPct val="100000"/>
              </a:lnSpc>
              <a:spcBef>
                <a:spcPts val="0"/>
              </a:spcBef>
              <a:spcAft>
                <a:spcPts val="0"/>
              </a:spcAft>
              <a:buClr>
                <a:schemeClr val="lt1"/>
              </a:buClr>
              <a:buSzPts val="4200"/>
              <a:buNone/>
              <a:defRPr sz="4200">
                <a:solidFill>
                  <a:schemeClr val="lt1"/>
                </a:solidFill>
              </a:defRPr>
            </a:lvl1pPr>
            <a:lvl2pPr lvl="1">
              <a:lnSpc>
                <a:spcPct val="100000"/>
              </a:lnSpc>
              <a:spcBef>
                <a:spcPts val="0"/>
              </a:spcBef>
              <a:spcAft>
                <a:spcPts val="0"/>
              </a:spcAft>
              <a:buClr>
                <a:schemeClr val="lt1"/>
              </a:buClr>
              <a:buSzPts val="4200"/>
              <a:buNone/>
              <a:defRPr sz="4200">
                <a:solidFill>
                  <a:schemeClr val="lt1"/>
                </a:solidFill>
              </a:defRPr>
            </a:lvl2pPr>
            <a:lvl3pPr lvl="2">
              <a:lnSpc>
                <a:spcPct val="100000"/>
              </a:lnSpc>
              <a:spcBef>
                <a:spcPts val="0"/>
              </a:spcBef>
              <a:spcAft>
                <a:spcPts val="0"/>
              </a:spcAft>
              <a:buClr>
                <a:schemeClr val="lt1"/>
              </a:buClr>
              <a:buSzPts val="4200"/>
              <a:buNone/>
              <a:defRPr sz="4200">
                <a:solidFill>
                  <a:schemeClr val="lt1"/>
                </a:solidFill>
              </a:defRPr>
            </a:lvl3pPr>
            <a:lvl4pPr lvl="3">
              <a:lnSpc>
                <a:spcPct val="100000"/>
              </a:lnSpc>
              <a:spcBef>
                <a:spcPts val="0"/>
              </a:spcBef>
              <a:spcAft>
                <a:spcPts val="0"/>
              </a:spcAft>
              <a:buClr>
                <a:schemeClr val="lt1"/>
              </a:buClr>
              <a:buSzPts val="4200"/>
              <a:buNone/>
              <a:defRPr sz="4200">
                <a:solidFill>
                  <a:schemeClr val="lt1"/>
                </a:solidFill>
              </a:defRPr>
            </a:lvl4pPr>
            <a:lvl5pPr lvl="4">
              <a:lnSpc>
                <a:spcPct val="100000"/>
              </a:lnSpc>
              <a:spcBef>
                <a:spcPts val="0"/>
              </a:spcBef>
              <a:spcAft>
                <a:spcPts val="0"/>
              </a:spcAft>
              <a:buClr>
                <a:schemeClr val="lt1"/>
              </a:buClr>
              <a:buSzPts val="4200"/>
              <a:buNone/>
              <a:defRPr sz="4200">
                <a:solidFill>
                  <a:schemeClr val="lt1"/>
                </a:solidFill>
              </a:defRPr>
            </a:lvl5pPr>
            <a:lvl6pPr lvl="5">
              <a:lnSpc>
                <a:spcPct val="100000"/>
              </a:lnSpc>
              <a:spcBef>
                <a:spcPts val="0"/>
              </a:spcBef>
              <a:spcAft>
                <a:spcPts val="0"/>
              </a:spcAft>
              <a:buClr>
                <a:schemeClr val="lt1"/>
              </a:buClr>
              <a:buSzPts val="4200"/>
              <a:buNone/>
              <a:defRPr sz="4200">
                <a:solidFill>
                  <a:schemeClr val="lt1"/>
                </a:solidFill>
              </a:defRPr>
            </a:lvl6pPr>
            <a:lvl7pPr lvl="6">
              <a:lnSpc>
                <a:spcPct val="100000"/>
              </a:lnSpc>
              <a:spcBef>
                <a:spcPts val="0"/>
              </a:spcBef>
              <a:spcAft>
                <a:spcPts val="0"/>
              </a:spcAft>
              <a:buClr>
                <a:schemeClr val="lt1"/>
              </a:buClr>
              <a:buSzPts val="4200"/>
              <a:buNone/>
              <a:defRPr sz="4200">
                <a:solidFill>
                  <a:schemeClr val="lt1"/>
                </a:solidFill>
              </a:defRPr>
            </a:lvl7pPr>
            <a:lvl8pPr lvl="7">
              <a:lnSpc>
                <a:spcPct val="100000"/>
              </a:lnSpc>
              <a:spcBef>
                <a:spcPts val="0"/>
              </a:spcBef>
              <a:spcAft>
                <a:spcPts val="0"/>
              </a:spcAft>
              <a:buClr>
                <a:schemeClr val="lt1"/>
              </a:buClr>
              <a:buSzPts val="4200"/>
              <a:buNone/>
              <a:defRPr sz="4200">
                <a:solidFill>
                  <a:schemeClr val="lt1"/>
                </a:solidFill>
              </a:defRPr>
            </a:lvl8pPr>
            <a:lvl9pPr lvl="8">
              <a:lnSpc>
                <a:spcPct val="100000"/>
              </a:lnSpc>
              <a:spcBef>
                <a:spcPts val="0"/>
              </a:spcBef>
              <a:spcAft>
                <a:spcPts val="0"/>
              </a:spcAft>
              <a:buClr>
                <a:schemeClr val="lt1"/>
              </a:buClr>
              <a:buSzPts val="4200"/>
              <a:buNone/>
              <a:defRPr sz="4200">
                <a:solidFill>
                  <a:schemeClr val="lt1"/>
                </a:solidFill>
              </a:defRPr>
            </a:lvl9pPr>
          </a:lstStyle>
          <a:p>
            <a:endParaRPr/>
          </a:p>
        </p:txBody>
      </p:sp>
      <p:sp>
        <p:nvSpPr>
          <p:cNvPr id="18" name="Google Shape;18;p2"/>
          <p:cNvSpPr txBox="1">
            <a:spLocks noGrp="1"/>
          </p:cNvSpPr>
          <p:nvPr>
            <p:ph type="sldNum" idx="12"/>
          </p:nvPr>
        </p:nvSpPr>
        <p:spPr>
          <a:xfrm>
            <a:off x="16920863" y="9302380"/>
            <a:ext cx="1097400" cy="787200"/>
          </a:xfrm>
          <a:prstGeom prst="rect">
            <a:avLst/>
          </a:prstGeom>
        </p:spPr>
        <p:txBody>
          <a:bodyPr spcFirstLastPara="1" wrap="square" lIns="182850" tIns="182850" rIns="182850" bIns="1828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9"/>
        <p:cNvGrpSpPr/>
        <p:nvPr/>
      </p:nvGrpSpPr>
      <p:grpSpPr>
        <a:xfrm>
          <a:off x="0" y="0"/>
          <a:ext cx="0" cy="0"/>
          <a:chOff x="0" y="0"/>
          <a:chExt cx="0" cy="0"/>
        </a:xfrm>
      </p:grpSpPr>
      <p:grpSp>
        <p:nvGrpSpPr>
          <p:cNvPr id="20" name="Google Shape;20;p3"/>
          <p:cNvGrpSpPr/>
          <p:nvPr/>
        </p:nvGrpSpPr>
        <p:grpSpPr>
          <a:xfrm>
            <a:off x="12196756" y="10"/>
            <a:ext cx="6091250" cy="4061141"/>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a:p>
          </p:txBody>
        </p:sp>
        <p:sp>
          <p:nvSpPr>
            <p:cNvPr id="23" name="Google Shape;23;p3"/>
            <p:cNvSpPr/>
            <p:nvPr/>
          </p:nvSpPr>
          <p:spPr>
            <a:xfrm rot="10800000" flipH="1">
              <a:off x="7113588" y="107"/>
              <a:ext cx="1015200" cy="1015200"/>
            </a:xfrm>
            <a:prstGeom prst="rtTriangle">
              <a:avLst/>
            </a:prstGeom>
            <a:solidFill>
              <a:schemeClr val="accent6"/>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a:p>
          </p:txBody>
        </p:sp>
      </p:grpSp>
      <p:sp>
        <p:nvSpPr>
          <p:cNvPr id="26" name="Google Shape;26;p3"/>
          <p:cNvSpPr txBox="1">
            <a:spLocks noGrp="1"/>
          </p:cNvSpPr>
          <p:nvPr>
            <p:ph type="title"/>
          </p:nvPr>
        </p:nvSpPr>
        <p:spPr>
          <a:xfrm>
            <a:off x="1196200" y="4304695"/>
            <a:ext cx="16444200" cy="1677600"/>
          </a:xfrm>
          <a:prstGeom prst="rect">
            <a:avLst/>
          </a:prstGeom>
        </p:spPr>
        <p:txBody>
          <a:bodyPr spcFirstLastPara="1" wrap="square" lIns="182850" tIns="182850" rIns="182850" bIns="182850" anchor="ctr" anchorCtr="0">
            <a:normAutofit/>
          </a:bodyPr>
          <a:lstStyle>
            <a:lvl1pPr lvl="0">
              <a:spcBef>
                <a:spcPts val="0"/>
              </a:spcBef>
              <a:spcAft>
                <a:spcPts val="0"/>
              </a:spcAft>
              <a:buClr>
                <a:schemeClr val="lt1"/>
              </a:buClr>
              <a:buSzPts val="8400"/>
              <a:buNone/>
              <a:defRPr sz="8400">
                <a:solidFill>
                  <a:schemeClr val="lt1"/>
                </a:solidFill>
              </a:defRPr>
            </a:lvl1pPr>
            <a:lvl2pPr lvl="1">
              <a:spcBef>
                <a:spcPts val="0"/>
              </a:spcBef>
              <a:spcAft>
                <a:spcPts val="0"/>
              </a:spcAft>
              <a:buClr>
                <a:schemeClr val="lt1"/>
              </a:buClr>
              <a:buSzPts val="8400"/>
              <a:buNone/>
              <a:defRPr sz="8400">
                <a:solidFill>
                  <a:schemeClr val="lt1"/>
                </a:solidFill>
              </a:defRPr>
            </a:lvl2pPr>
            <a:lvl3pPr lvl="2">
              <a:spcBef>
                <a:spcPts val="0"/>
              </a:spcBef>
              <a:spcAft>
                <a:spcPts val="0"/>
              </a:spcAft>
              <a:buClr>
                <a:schemeClr val="lt1"/>
              </a:buClr>
              <a:buSzPts val="8400"/>
              <a:buNone/>
              <a:defRPr sz="8400">
                <a:solidFill>
                  <a:schemeClr val="lt1"/>
                </a:solidFill>
              </a:defRPr>
            </a:lvl3pPr>
            <a:lvl4pPr lvl="3">
              <a:spcBef>
                <a:spcPts val="0"/>
              </a:spcBef>
              <a:spcAft>
                <a:spcPts val="0"/>
              </a:spcAft>
              <a:buClr>
                <a:schemeClr val="lt1"/>
              </a:buClr>
              <a:buSzPts val="8400"/>
              <a:buNone/>
              <a:defRPr sz="8400">
                <a:solidFill>
                  <a:schemeClr val="lt1"/>
                </a:solidFill>
              </a:defRPr>
            </a:lvl4pPr>
            <a:lvl5pPr lvl="4">
              <a:spcBef>
                <a:spcPts val="0"/>
              </a:spcBef>
              <a:spcAft>
                <a:spcPts val="0"/>
              </a:spcAft>
              <a:buClr>
                <a:schemeClr val="lt1"/>
              </a:buClr>
              <a:buSzPts val="8400"/>
              <a:buNone/>
              <a:defRPr sz="8400">
                <a:solidFill>
                  <a:schemeClr val="lt1"/>
                </a:solidFill>
              </a:defRPr>
            </a:lvl5pPr>
            <a:lvl6pPr lvl="5">
              <a:spcBef>
                <a:spcPts val="0"/>
              </a:spcBef>
              <a:spcAft>
                <a:spcPts val="0"/>
              </a:spcAft>
              <a:buClr>
                <a:schemeClr val="lt1"/>
              </a:buClr>
              <a:buSzPts val="8400"/>
              <a:buNone/>
              <a:defRPr sz="8400">
                <a:solidFill>
                  <a:schemeClr val="lt1"/>
                </a:solidFill>
              </a:defRPr>
            </a:lvl6pPr>
            <a:lvl7pPr lvl="6">
              <a:spcBef>
                <a:spcPts val="0"/>
              </a:spcBef>
              <a:spcAft>
                <a:spcPts val="0"/>
              </a:spcAft>
              <a:buClr>
                <a:schemeClr val="lt1"/>
              </a:buClr>
              <a:buSzPts val="8400"/>
              <a:buNone/>
              <a:defRPr sz="8400">
                <a:solidFill>
                  <a:schemeClr val="lt1"/>
                </a:solidFill>
              </a:defRPr>
            </a:lvl7pPr>
            <a:lvl8pPr lvl="7">
              <a:spcBef>
                <a:spcPts val="0"/>
              </a:spcBef>
              <a:spcAft>
                <a:spcPts val="0"/>
              </a:spcAft>
              <a:buClr>
                <a:schemeClr val="lt1"/>
              </a:buClr>
              <a:buSzPts val="8400"/>
              <a:buNone/>
              <a:defRPr sz="8400">
                <a:solidFill>
                  <a:schemeClr val="lt1"/>
                </a:solidFill>
              </a:defRPr>
            </a:lvl8pPr>
            <a:lvl9pPr lvl="8">
              <a:spcBef>
                <a:spcPts val="0"/>
              </a:spcBef>
              <a:spcAft>
                <a:spcPts val="0"/>
              </a:spcAft>
              <a:buClr>
                <a:schemeClr val="lt1"/>
              </a:buClr>
              <a:buSzPts val="8400"/>
              <a:buNone/>
              <a:defRPr sz="8400">
                <a:solidFill>
                  <a:schemeClr val="lt1"/>
                </a:solidFill>
              </a:defRPr>
            </a:lvl9pPr>
          </a:lstStyle>
          <a:p>
            <a:endParaRPr/>
          </a:p>
        </p:txBody>
      </p:sp>
      <p:sp>
        <p:nvSpPr>
          <p:cNvPr id="27" name="Google Shape;27;p3"/>
          <p:cNvSpPr txBox="1">
            <a:spLocks noGrp="1"/>
          </p:cNvSpPr>
          <p:nvPr>
            <p:ph type="sldNum" idx="12"/>
          </p:nvPr>
        </p:nvSpPr>
        <p:spPr>
          <a:xfrm>
            <a:off x="16920863" y="9302380"/>
            <a:ext cx="1097400" cy="787200"/>
          </a:xfrm>
          <a:prstGeom prst="rect">
            <a:avLst/>
          </a:prstGeom>
        </p:spPr>
        <p:txBody>
          <a:bodyPr spcFirstLastPara="1" wrap="square" lIns="182850" tIns="182850" rIns="182850" bIns="1828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8"/>
        <p:cNvGrpSpPr/>
        <p:nvPr/>
      </p:nvGrpSpPr>
      <p:grpSpPr>
        <a:xfrm>
          <a:off x="0" y="0"/>
          <a:ext cx="0" cy="0"/>
          <a:chOff x="0" y="0"/>
          <a:chExt cx="0" cy="0"/>
        </a:xfrm>
      </p:grpSpPr>
      <p:grpSp>
        <p:nvGrpSpPr>
          <p:cNvPr id="29" name="Google Shape;29;p4"/>
          <p:cNvGrpSpPr/>
          <p:nvPr/>
        </p:nvGrpSpPr>
        <p:grpSpPr>
          <a:xfrm>
            <a:off x="0" y="7807338"/>
            <a:ext cx="18288000" cy="2479850"/>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a:p>
          </p:txBody>
        </p:sp>
        <p:sp>
          <p:nvSpPr>
            <p:cNvPr id="32" name="Google Shape;32;p4"/>
            <p:cNvSpPr/>
            <p:nvPr/>
          </p:nvSpPr>
          <p:spPr>
            <a:xfrm>
              <a:off x="7170274" y="3903669"/>
              <a:ext cx="989100" cy="987900"/>
            </a:xfrm>
            <a:prstGeom prst="rect">
              <a:avLst/>
            </a:prstGeom>
            <a:solidFill>
              <a:schemeClr val="accent4"/>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a:p>
          </p:txBody>
        </p:sp>
        <p:sp>
          <p:nvSpPr>
            <p:cNvPr id="34" name="Google Shape;34;p4"/>
            <p:cNvSpPr/>
            <p:nvPr/>
          </p:nvSpPr>
          <p:spPr>
            <a:xfrm>
              <a:off x="0" y="4891594"/>
              <a:ext cx="9144000" cy="252000"/>
            </a:xfrm>
            <a:prstGeom prst="rect">
              <a:avLst/>
            </a:prstGeom>
            <a:solidFill>
              <a:schemeClr val="dk1"/>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a:p>
          </p:txBody>
        </p:sp>
      </p:grpSp>
      <p:sp>
        <p:nvSpPr>
          <p:cNvPr id="35" name="Google Shape;35;p4"/>
          <p:cNvSpPr txBox="1">
            <a:spLocks noGrp="1"/>
          </p:cNvSpPr>
          <p:nvPr>
            <p:ph type="title"/>
          </p:nvPr>
        </p:nvSpPr>
        <p:spPr>
          <a:xfrm>
            <a:off x="623400" y="820000"/>
            <a:ext cx="17041200" cy="1215600"/>
          </a:xfrm>
          <a:prstGeom prst="rect">
            <a:avLst/>
          </a:prstGeom>
        </p:spPr>
        <p:txBody>
          <a:bodyPr spcFirstLastPara="1" wrap="square" lIns="182850" tIns="182850" rIns="182850" bIns="182850" anchor="t" anchorCtr="0">
            <a:normAutofit/>
          </a:bodyPr>
          <a:lstStyle>
            <a:lvl1pPr lvl="0">
              <a:spcBef>
                <a:spcPts val="0"/>
              </a:spcBef>
              <a:spcAft>
                <a:spcPts val="0"/>
              </a:spcAft>
              <a:buSzPts val="6000"/>
              <a:buNone/>
              <a:defRPr/>
            </a:lvl1pPr>
            <a:lvl2pPr lvl="1">
              <a:spcBef>
                <a:spcPts val="0"/>
              </a:spcBef>
              <a:spcAft>
                <a:spcPts val="0"/>
              </a:spcAft>
              <a:buSzPts val="6000"/>
              <a:buNone/>
              <a:defRPr/>
            </a:lvl2pPr>
            <a:lvl3pPr lvl="2">
              <a:spcBef>
                <a:spcPts val="0"/>
              </a:spcBef>
              <a:spcAft>
                <a:spcPts val="0"/>
              </a:spcAft>
              <a:buSzPts val="6000"/>
              <a:buNone/>
              <a:defRPr/>
            </a:lvl3pPr>
            <a:lvl4pPr lvl="3">
              <a:spcBef>
                <a:spcPts val="0"/>
              </a:spcBef>
              <a:spcAft>
                <a:spcPts val="0"/>
              </a:spcAft>
              <a:buSzPts val="6000"/>
              <a:buNone/>
              <a:defRPr/>
            </a:lvl4pPr>
            <a:lvl5pPr lvl="4">
              <a:spcBef>
                <a:spcPts val="0"/>
              </a:spcBef>
              <a:spcAft>
                <a:spcPts val="0"/>
              </a:spcAft>
              <a:buSzPts val="6000"/>
              <a:buNone/>
              <a:defRPr/>
            </a:lvl5pPr>
            <a:lvl6pPr lvl="5">
              <a:spcBef>
                <a:spcPts val="0"/>
              </a:spcBef>
              <a:spcAft>
                <a:spcPts val="0"/>
              </a:spcAft>
              <a:buSzPts val="6000"/>
              <a:buNone/>
              <a:defRPr/>
            </a:lvl6pPr>
            <a:lvl7pPr lvl="6">
              <a:spcBef>
                <a:spcPts val="0"/>
              </a:spcBef>
              <a:spcAft>
                <a:spcPts val="0"/>
              </a:spcAft>
              <a:buSzPts val="6000"/>
              <a:buNone/>
              <a:defRPr/>
            </a:lvl7pPr>
            <a:lvl8pPr lvl="7">
              <a:spcBef>
                <a:spcPts val="0"/>
              </a:spcBef>
              <a:spcAft>
                <a:spcPts val="0"/>
              </a:spcAft>
              <a:buSzPts val="6000"/>
              <a:buNone/>
              <a:defRPr/>
            </a:lvl8pPr>
            <a:lvl9pPr lvl="8">
              <a:spcBef>
                <a:spcPts val="0"/>
              </a:spcBef>
              <a:spcAft>
                <a:spcPts val="0"/>
              </a:spcAft>
              <a:buSzPts val="6000"/>
              <a:buNone/>
              <a:defRPr/>
            </a:lvl9pPr>
          </a:lstStyle>
          <a:p>
            <a:endParaRPr/>
          </a:p>
        </p:txBody>
      </p:sp>
      <p:sp>
        <p:nvSpPr>
          <p:cNvPr id="36" name="Google Shape;36;p4"/>
          <p:cNvSpPr txBox="1">
            <a:spLocks noGrp="1"/>
          </p:cNvSpPr>
          <p:nvPr>
            <p:ph type="body" idx="1"/>
          </p:nvPr>
        </p:nvSpPr>
        <p:spPr>
          <a:xfrm>
            <a:off x="623400" y="2459750"/>
            <a:ext cx="17041200" cy="6678000"/>
          </a:xfrm>
          <a:prstGeom prst="rect">
            <a:avLst/>
          </a:prstGeom>
        </p:spPr>
        <p:txBody>
          <a:bodyPr spcFirstLastPara="1" wrap="square" lIns="182850" tIns="182850" rIns="182850" bIns="182850" anchor="t" anchorCtr="0">
            <a:normAutofit/>
          </a:bodyPr>
          <a:lstStyle>
            <a:lvl1pPr marL="457200" lvl="0" indent="-457200">
              <a:spcBef>
                <a:spcPts val="0"/>
              </a:spcBef>
              <a:spcAft>
                <a:spcPts val="0"/>
              </a:spcAft>
              <a:buSzPts val="3600"/>
              <a:buChar char="●"/>
              <a:defRPr/>
            </a:lvl1pPr>
            <a:lvl2pPr marL="914400" lvl="1" indent="-406400">
              <a:spcBef>
                <a:spcPts val="0"/>
              </a:spcBef>
              <a:spcAft>
                <a:spcPts val="0"/>
              </a:spcAft>
              <a:buSzPts val="2800"/>
              <a:buChar char="○"/>
              <a:defRPr/>
            </a:lvl2pPr>
            <a:lvl3pPr marL="1371600" lvl="2" indent="-406400">
              <a:spcBef>
                <a:spcPts val="0"/>
              </a:spcBef>
              <a:spcAft>
                <a:spcPts val="0"/>
              </a:spcAft>
              <a:buSzPts val="2800"/>
              <a:buChar char="■"/>
              <a:defRPr/>
            </a:lvl3pPr>
            <a:lvl4pPr marL="1828800" lvl="3" indent="-406400">
              <a:spcBef>
                <a:spcPts val="0"/>
              </a:spcBef>
              <a:spcAft>
                <a:spcPts val="0"/>
              </a:spcAft>
              <a:buSzPts val="2800"/>
              <a:buChar char="●"/>
              <a:defRPr/>
            </a:lvl4pPr>
            <a:lvl5pPr marL="2286000" lvl="4" indent="-406400">
              <a:spcBef>
                <a:spcPts val="0"/>
              </a:spcBef>
              <a:spcAft>
                <a:spcPts val="0"/>
              </a:spcAft>
              <a:buSzPts val="2800"/>
              <a:buChar char="○"/>
              <a:defRPr/>
            </a:lvl5pPr>
            <a:lvl6pPr marL="2743200" lvl="5" indent="-406400">
              <a:spcBef>
                <a:spcPts val="0"/>
              </a:spcBef>
              <a:spcAft>
                <a:spcPts val="0"/>
              </a:spcAft>
              <a:buSzPts val="2800"/>
              <a:buChar char="■"/>
              <a:defRPr/>
            </a:lvl6pPr>
            <a:lvl7pPr marL="3200400" lvl="6" indent="-406400">
              <a:spcBef>
                <a:spcPts val="0"/>
              </a:spcBef>
              <a:spcAft>
                <a:spcPts val="0"/>
              </a:spcAft>
              <a:buSzPts val="2800"/>
              <a:buChar char="●"/>
              <a:defRPr/>
            </a:lvl7pPr>
            <a:lvl8pPr marL="3657600" lvl="7" indent="-406400">
              <a:spcBef>
                <a:spcPts val="0"/>
              </a:spcBef>
              <a:spcAft>
                <a:spcPts val="0"/>
              </a:spcAft>
              <a:buSzPts val="2800"/>
              <a:buChar char="○"/>
              <a:defRPr/>
            </a:lvl8pPr>
            <a:lvl9pPr marL="4114800" lvl="8" indent="-406400">
              <a:spcBef>
                <a:spcPts val="0"/>
              </a:spcBef>
              <a:spcAft>
                <a:spcPts val="0"/>
              </a:spcAft>
              <a:buSzPts val="2800"/>
              <a:buChar char="■"/>
              <a:defRPr/>
            </a:lvl9pPr>
          </a:lstStyle>
          <a:p>
            <a:endParaRPr/>
          </a:p>
        </p:txBody>
      </p:sp>
      <p:sp>
        <p:nvSpPr>
          <p:cNvPr id="37" name="Google Shape;37;p4"/>
          <p:cNvSpPr txBox="1">
            <a:spLocks noGrp="1"/>
          </p:cNvSpPr>
          <p:nvPr>
            <p:ph type="sldNum" idx="12"/>
          </p:nvPr>
        </p:nvSpPr>
        <p:spPr>
          <a:xfrm>
            <a:off x="16920863" y="9302380"/>
            <a:ext cx="1097400" cy="787200"/>
          </a:xfrm>
          <a:prstGeom prst="rect">
            <a:avLst/>
          </a:prstGeom>
        </p:spPr>
        <p:txBody>
          <a:bodyPr spcFirstLastPara="1" wrap="square" lIns="182850" tIns="182850" rIns="182850" bIns="1828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5"/>
          <p:cNvSpPr txBox="1">
            <a:spLocks noGrp="1"/>
          </p:cNvSpPr>
          <p:nvPr>
            <p:ph type="title"/>
          </p:nvPr>
        </p:nvSpPr>
        <p:spPr>
          <a:xfrm>
            <a:off x="623400" y="820000"/>
            <a:ext cx="17041200" cy="1215600"/>
          </a:xfrm>
          <a:prstGeom prst="rect">
            <a:avLst/>
          </a:prstGeom>
        </p:spPr>
        <p:txBody>
          <a:bodyPr spcFirstLastPara="1" wrap="square" lIns="182850" tIns="182850" rIns="182850" bIns="182850" anchor="t" anchorCtr="0">
            <a:normAutofit/>
          </a:bodyPr>
          <a:lstStyle>
            <a:lvl1pPr lvl="0">
              <a:spcBef>
                <a:spcPts val="0"/>
              </a:spcBef>
              <a:spcAft>
                <a:spcPts val="0"/>
              </a:spcAft>
              <a:buSzPts val="6000"/>
              <a:buNone/>
              <a:defRPr/>
            </a:lvl1pPr>
            <a:lvl2pPr lvl="1">
              <a:spcBef>
                <a:spcPts val="0"/>
              </a:spcBef>
              <a:spcAft>
                <a:spcPts val="0"/>
              </a:spcAft>
              <a:buSzPts val="6000"/>
              <a:buNone/>
              <a:defRPr/>
            </a:lvl2pPr>
            <a:lvl3pPr lvl="2">
              <a:spcBef>
                <a:spcPts val="0"/>
              </a:spcBef>
              <a:spcAft>
                <a:spcPts val="0"/>
              </a:spcAft>
              <a:buSzPts val="6000"/>
              <a:buNone/>
              <a:defRPr/>
            </a:lvl3pPr>
            <a:lvl4pPr lvl="3">
              <a:spcBef>
                <a:spcPts val="0"/>
              </a:spcBef>
              <a:spcAft>
                <a:spcPts val="0"/>
              </a:spcAft>
              <a:buSzPts val="6000"/>
              <a:buNone/>
              <a:defRPr/>
            </a:lvl4pPr>
            <a:lvl5pPr lvl="4">
              <a:spcBef>
                <a:spcPts val="0"/>
              </a:spcBef>
              <a:spcAft>
                <a:spcPts val="0"/>
              </a:spcAft>
              <a:buSzPts val="6000"/>
              <a:buNone/>
              <a:defRPr/>
            </a:lvl5pPr>
            <a:lvl6pPr lvl="5">
              <a:spcBef>
                <a:spcPts val="0"/>
              </a:spcBef>
              <a:spcAft>
                <a:spcPts val="0"/>
              </a:spcAft>
              <a:buSzPts val="6000"/>
              <a:buNone/>
              <a:defRPr/>
            </a:lvl6pPr>
            <a:lvl7pPr lvl="6">
              <a:spcBef>
                <a:spcPts val="0"/>
              </a:spcBef>
              <a:spcAft>
                <a:spcPts val="0"/>
              </a:spcAft>
              <a:buSzPts val="6000"/>
              <a:buNone/>
              <a:defRPr/>
            </a:lvl7pPr>
            <a:lvl8pPr lvl="7">
              <a:spcBef>
                <a:spcPts val="0"/>
              </a:spcBef>
              <a:spcAft>
                <a:spcPts val="0"/>
              </a:spcAft>
              <a:buSzPts val="6000"/>
              <a:buNone/>
              <a:defRPr/>
            </a:lvl8pPr>
            <a:lvl9pPr lvl="8">
              <a:spcBef>
                <a:spcPts val="0"/>
              </a:spcBef>
              <a:spcAft>
                <a:spcPts val="0"/>
              </a:spcAft>
              <a:buSzPts val="6000"/>
              <a:buNone/>
              <a:defRPr/>
            </a:lvl9pPr>
          </a:lstStyle>
          <a:p>
            <a:endParaRPr/>
          </a:p>
        </p:txBody>
      </p:sp>
      <p:sp>
        <p:nvSpPr>
          <p:cNvPr id="40" name="Google Shape;40;p5"/>
          <p:cNvSpPr txBox="1">
            <a:spLocks noGrp="1"/>
          </p:cNvSpPr>
          <p:nvPr>
            <p:ph type="body" idx="1"/>
          </p:nvPr>
        </p:nvSpPr>
        <p:spPr>
          <a:xfrm>
            <a:off x="623400" y="2459950"/>
            <a:ext cx="7999800" cy="6678000"/>
          </a:xfrm>
          <a:prstGeom prst="rect">
            <a:avLst/>
          </a:prstGeom>
        </p:spPr>
        <p:txBody>
          <a:bodyPr spcFirstLastPara="1" wrap="square" lIns="182850" tIns="182850" rIns="182850" bIns="182850" anchor="t" anchorCtr="0">
            <a:normAutofit/>
          </a:bodyPr>
          <a:lstStyle>
            <a:lvl1pPr marL="457200" lvl="0" indent="-406400">
              <a:spcBef>
                <a:spcPts val="0"/>
              </a:spcBef>
              <a:spcAft>
                <a:spcPts val="0"/>
              </a:spcAft>
              <a:buSzPts val="2800"/>
              <a:buChar char="●"/>
              <a:defRPr sz="2800"/>
            </a:lvl1pPr>
            <a:lvl2pPr marL="914400" lvl="1" indent="-381000">
              <a:spcBef>
                <a:spcPts val="0"/>
              </a:spcBef>
              <a:spcAft>
                <a:spcPts val="0"/>
              </a:spcAft>
              <a:buSzPts val="2400"/>
              <a:buChar char="○"/>
              <a:defRPr sz="2400"/>
            </a:lvl2pPr>
            <a:lvl3pPr marL="1371600" lvl="2" indent="-381000">
              <a:spcBef>
                <a:spcPts val="0"/>
              </a:spcBef>
              <a:spcAft>
                <a:spcPts val="0"/>
              </a:spcAft>
              <a:buSzPts val="2400"/>
              <a:buChar char="■"/>
              <a:defRPr sz="2400"/>
            </a:lvl3pPr>
            <a:lvl4pPr marL="1828800" lvl="3" indent="-381000">
              <a:spcBef>
                <a:spcPts val="0"/>
              </a:spcBef>
              <a:spcAft>
                <a:spcPts val="0"/>
              </a:spcAft>
              <a:buSzPts val="2400"/>
              <a:buChar char="●"/>
              <a:defRPr sz="2400"/>
            </a:lvl4pPr>
            <a:lvl5pPr marL="2286000" lvl="4" indent="-381000">
              <a:spcBef>
                <a:spcPts val="0"/>
              </a:spcBef>
              <a:spcAft>
                <a:spcPts val="0"/>
              </a:spcAft>
              <a:buSzPts val="2400"/>
              <a:buChar char="○"/>
              <a:defRPr sz="2400"/>
            </a:lvl5pPr>
            <a:lvl6pPr marL="2743200" lvl="5" indent="-381000">
              <a:spcBef>
                <a:spcPts val="0"/>
              </a:spcBef>
              <a:spcAft>
                <a:spcPts val="0"/>
              </a:spcAft>
              <a:buSzPts val="2400"/>
              <a:buChar char="■"/>
              <a:defRPr sz="2400"/>
            </a:lvl6pPr>
            <a:lvl7pPr marL="3200400" lvl="6" indent="-381000">
              <a:spcBef>
                <a:spcPts val="0"/>
              </a:spcBef>
              <a:spcAft>
                <a:spcPts val="0"/>
              </a:spcAft>
              <a:buSzPts val="2400"/>
              <a:buChar char="●"/>
              <a:defRPr sz="2400"/>
            </a:lvl7pPr>
            <a:lvl8pPr marL="3657600" lvl="7" indent="-381000">
              <a:spcBef>
                <a:spcPts val="0"/>
              </a:spcBef>
              <a:spcAft>
                <a:spcPts val="0"/>
              </a:spcAft>
              <a:buSzPts val="2400"/>
              <a:buChar char="○"/>
              <a:defRPr sz="2400"/>
            </a:lvl8pPr>
            <a:lvl9pPr marL="4114800" lvl="8" indent="-381000">
              <a:spcBef>
                <a:spcPts val="0"/>
              </a:spcBef>
              <a:spcAft>
                <a:spcPts val="0"/>
              </a:spcAft>
              <a:buSzPts val="2400"/>
              <a:buChar char="■"/>
              <a:defRPr sz="2400"/>
            </a:lvl9pPr>
          </a:lstStyle>
          <a:p>
            <a:endParaRPr/>
          </a:p>
        </p:txBody>
      </p:sp>
      <p:sp>
        <p:nvSpPr>
          <p:cNvPr id="41" name="Google Shape;41;p5"/>
          <p:cNvSpPr txBox="1">
            <a:spLocks noGrp="1"/>
          </p:cNvSpPr>
          <p:nvPr>
            <p:ph type="body" idx="2"/>
          </p:nvPr>
        </p:nvSpPr>
        <p:spPr>
          <a:xfrm>
            <a:off x="9664800" y="2459950"/>
            <a:ext cx="7999800" cy="6678000"/>
          </a:xfrm>
          <a:prstGeom prst="rect">
            <a:avLst/>
          </a:prstGeom>
        </p:spPr>
        <p:txBody>
          <a:bodyPr spcFirstLastPara="1" wrap="square" lIns="182850" tIns="182850" rIns="182850" bIns="182850" anchor="t" anchorCtr="0">
            <a:normAutofit/>
          </a:bodyPr>
          <a:lstStyle>
            <a:lvl1pPr marL="457200" lvl="0" indent="-406400">
              <a:spcBef>
                <a:spcPts val="0"/>
              </a:spcBef>
              <a:spcAft>
                <a:spcPts val="0"/>
              </a:spcAft>
              <a:buSzPts val="2800"/>
              <a:buChar char="●"/>
              <a:defRPr sz="2800"/>
            </a:lvl1pPr>
            <a:lvl2pPr marL="914400" lvl="1" indent="-381000">
              <a:spcBef>
                <a:spcPts val="0"/>
              </a:spcBef>
              <a:spcAft>
                <a:spcPts val="0"/>
              </a:spcAft>
              <a:buSzPts val="2400"/>
              <a:buChar char="○"/>
              <a:defRPr sz="2400"/>
            </a:lvl2pPr>
            <a:lvl3pPr marL="1371600" lvl="2" indent="-381000">
              <a:spcBef>
                <a:spcPts val="0"/>
              </a:spcBef>
              <a:spcAft>
                <a:spcPts val="0"/>
              </a:spcAft>
              <a:buSzPts val="2400"/>
              <a:buChar char="■"/>
              <a:defRPr sz="2400"/>
            </a:lvl3pPr>
            <a:lvl4pPr marL="1828800" lvl="3" indent="-381000">
              <a:spcBef>
                <a:spcPts val="0"/>
              </a:spcBef>
              <a:spcAft>
                <a:spcPts val="0"/>
              </a:spcAft>
              <a:buSzPts val="2400"/>
              <a:buChar char="●"/>
              <a:defRPr sz="2400"/>
            </a:lvl4pPr>
            <a:lvl5pPr marL="2286000" lvl="4" indent="-381000">
              <a:spcBef>
                <a:spcPts val="0"/>
              </a:spcBef>
              <a:spcAft>
                <a:spcPts val="0"/>
              </a:spcAft>
              <a:buSzPts val="2400"/>
              <a:buChar char="○"/>
              <a:defRPr sz="2400"/>
            </a:lvl5pPr>
            <a:lvl6pPr marL="2743200" lvl="5" indent="-381000">
              <a:spcBef>
                <a:spcPts val="0"/>
              </a:spcBef>
              <a:spcAft>
                <a:spcPts val="0"/>
              </a:spcAft>
              <a:buSzPts val="2400"/>
              <a:buChar char="■"/>
              <a:defRPr sz="2400"/>
            </a:lvl6pPr>
            <a:lvl7pPr marL="3200400" lvl="6" indent="-381000">
              <a:spcBef>
                <a:spcPts val="0"/>
              </a:spcBef>
              <a:spcAft>
                <a:spcPts val="0"/>
              </a:spcAft>
              <a:buSzPts val="2400"/>
              <a:buChar char="●"/>
              <a:defRPr sz="2400"/>
            </a:lvl7pPr>
            <a:lvl8pPr marL="3657600" lvl="7" indent="-381000">
              <a:spcBef>
                <a:spcPts val="0"/>
              </a:spcBef>
              <a:spcAft>
                <a:spcPts val="0"/>
              </a:spcAft>
              <a:buSzPts val="2400"/>
              <a:buChar char="○"/>
              <a:defRPr sz="2400"/>
            </a:lvl8pPr>
            <a:lvl9pPr marL="4114800" lvl="8" indent="-381000">
              <a:spcBef>
                <a:spcPts val="0"/>
              </a:spcBef>
              <a:spcAft>
                <a:spcPts val="0"/>
              </a:spcAft>
              <a:buSzPts val="2400"/>
              <a:buChar char="■"/>
              <a:defRPr sz="2400"/>
            </a:lvl9pPr>
          </a:lstStyle>
          <a:p>
            <a:endParaRPr/>
          </a:p>
        </p:txBody>
      </p:sp>
      <p:sp>
        <p:nvSpPr>
          <p:cNvPr id="42" name="Google Shape;42;p5"/>
          <p:cNvSpPr txBox="1">
            <a:spLocks noGrp="1"/>
          </p:cNvSpPr>
          <p:nvPr>
            <p:ph type="sldNum" idx="12"/>
          </p:nvPr>
        </p:nvSpPr>
        <p:spPr>
          <a:xfrm>
            <a:off x="16920863" y="9302380"/>
            <a:ext cx="1097400" cy="787200"/>
          </a:xfrm>
          <a:prstGeom prst="rect">
            <a:avLst/>
          </a:prstGeom>
        </p:spPr>
        <p:txBody>
          <a:bodyPr spcFirstLastPara="1" wrap="square" lIns="182850" tIns="182850" rIns="182850" bIns="182850"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6"/>
          <p:cNvSpPr txBox="1">
            <a:spLocks noGrp="1"/>
          </p:cNvSpPr>
          <p:nvPr>
            <p:ph type="title"/>
          </p:nvPr>
        </p:nvSpPr>
        <p:spPr>
          <a:xfrm>
            <a:off x="623400" y="820000"/>
            <a:ext cx="17041200" cy="1215600"/>
          </a:xfrm>
          <a:prstGeom prst="rect">
            <a:avLst/>
          </a:prstGeom>
        </p:spPr>
        <p:txBody>
          <a:bodyPr spcFirstLastPara="1" wrap="square" lIns="182850" tIns="182850" rIns="182850" bIns="182850" anchor="t" anchorCtr="0">
            <a:normAutofit/>
          </a:bodyPr>
          <a:lstStyle>
            <a:lvl1pPr lvl="0">
              <a:spcBef>
                <a:spcPts val="0"/>
              </a:spcBef>
              <a:spcAft>
                <a:spcPts val="0"/>
              </a:spcAft>
              <a:buSzPts val="6000"/>
              <a:buNone/>
              <a:defRPr/>
            </a:lvl1pPr>
            <a:lvl2pPr lvl="1">
              <a:spcBef>
                <a:spcPts val="0"/>
              </a:spcBef>
              <a:spcAft>
                <a:spcPts val="0"/>
              </a:spcAft>
              <a:buSzPts val="6000"/>
              <a:buNone/>
              <a:defRPr/>
            </a:lvl2pPr>
            <a:lvl3pPr lvl="2">
              <a:spcBef>
                <a:spcPts val="0"/>
              </a:spcBef>
              <a:spcAft>
                <a:spcPts val="0"/>
              </a:spcAft>
              <a:buSzPts val="6000"/>
              <a:buNone/>
              <a:defRPr/>
            </a:lvl3pPr>
            <a:lvl4pPr lvl="3">
              <a:spcBef>
                <a:spcPts val="0"/>
              </a:spcBef>
              <a:spcAft>
                <a:spcPts val="0"/>
              </a:spcAft>
              <a:buSzPts val="6000"/>
              <a:buNone/>
              <a:defRPr/>
            </a:lvl4pPr>
            <a:lvl5pPr lvl="4">
              <a:spcBef>
                <a:spcPts val="0"/>
              </a:spcBef>
              <a:spcAft>
                <a:spcPts val="0"/>
              </a:spcAft>
              <a:buSzPts val="6000"/>
              <a:buNone/>
              <a:defRPr/>
            </a:lvl5pPr>
            <a:lvl6pPr lvl="5">
              <a:spcBef>
                <a:spcPts val="0"/>
              </a:spcBef>
              <a:spcAft>
                <a:spcPts val="0"/>
              </a:spcAft>
              <a:buSzPts val="6000"/>
              <a:buNone/>
              <a:defRPr/>
            </a:lvl6pPr>
            <a:lvl7pPr lvl="6">
              <a:spcBef>
                <a:spcPts val="0"/>
              </a:spcBef>
              <a:spcAft>
                <a:spcPts val="0"/>
              </a:spcAft>
              <a:buSzPts val="6000"/>
              <a:buNone/>
              <a:defRPr/>
            </a:lvl7pPr>
            <a:lvl8pPr lvl="7">
              <a:spcBef>
                <a:spcPts val="0"/>
              </a:spcBef>
              <a:spcAft>
                <a:spcPts val="0"/>
              </a:spcAft>
              <a:buSzPts val="6000"/>
              <a:buNone/>
              <a:defRPr/>
            </a:lvl8pPr>
            <a:lvl9pPr lvl="8">
              <a:spcBef>
                <a:spcPts val="0"/>
              </a:spcBef>
              <a:spcAft>
                <a:spcPts val="0"/>
              </a:spcAft>
              <a:buSzPts val="6000"/>
              <a:buNone/>
              <a:defRPr/>
            </a:lvl9pPr>
          </a:lstStyle>
          <a:p>
            <a:endParaRPr/>
          </a:p>
        </p:txBody>
      </p:sp>
      <p:sp>
        <p:nvSpPr>
          <p:cNvPr id="45" name="Google Shape;45;p6"/>
          <p:cNvSpPr txBox="1">
            <a:spLocks noGrp="1"/>
          </p:cNvSpPr>
          <p:nvPr>
            <p:ph type="sldNum" idx="12"/>
          </p:nvPr>
        </p:nvSpPr>
        <p:spPr>
          <a:xfrm>
            <a:off x="16920863" y="9302380"/>
            <a:ext cx="1097400" cy="787200"/>
          </a:xfrm>
          <a:prstGeom prst="rect">
            <a:avLst/>
          </a:prstGeom>
        </p:spPr>
        <p:txBody>
          <a:bodyPr spcFirstLastPara="1" wrap="square" lIns="182850" tIns="182850" rIns="182850" bIns="182850"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623400" y="1111200"/>
            <a:ext cx="5616000" cy="1511400"/>
          </a:xfrm>
          <a:prstGeom prst="rect">
            <a:avLst/>
          </a:prstGeom>
        </p:spPr>
        <p:txBody>
          <a:bodyPr spcFirstLastPara="1" wrap="square" lIns="182850" tIns="182850" rIns="182850" bIns="182850" anchor="b"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8" name="Google Shape;48;p7"/>
          <p:cNvSpPr txBox="1">
            <a:spLocks noGrp="1"/>
          </p:cNvSpPr>
          <p:nvPr>
            <p:ph type="body" idx="1"/>
          </p:nvPr>
        </p:nvSpPr>
        <p:spPr>
          <a:xfrm>
            <a:off x="623400" y="2931608"/>
            <a:ext cx="5616000" cy="6206400"/>
          </a:xfrm>
          <a:prstGeom prst="rect">
            <a:avLst/>
          </a:prstGeom>
        </p:spPr>
        <p:txBody>
          <a:bodyPr spcFirstLastPara="1" wrap="square" lIns="182850" tIns="182850" rIns="182850" bIns="182850" anchor="t" anchorCtr="0">
            <a:normAutofit/>
          </a:bodyPr>
          <a:lstStyle>
            <a:lvl1pPr marL="457200" lvl="0" indent="-381000">
              <a:spcBef>
                <a:spcPts val="0"/>
              </a:spcBef>
              <a:spcAft>
                <a:spcPts val="0"/>
              </a:spcAft>
              <a:buSzPts val="2400"/>
              <a:buChar char="●"/>
              <a:defRPr sz="2400"/>
            </a:lvl1pPr>
            <a:lvl2pPr marL="914400" lvl="1" indent="-381000">
              <a:spcBef>
                <a:spcPts val="0"/>
              </a:spcBef>
              <a:spcAft>
                <a:spcPts val="0"/>
              </a:spcAft>
              <a:buSzPts val="2400"/>
              <a:buChar char="○"/>
              <a:defRPr sz="2400"/>
            </a:lvl2pPr>
            <a:lvl3pPr marL="1371600" lvl="2" indent="-381000">
              <a:spcBef>
                <a:spcPts val="0"/>
              </a:spcBef>
              <a:spcAft>
                <a:spcPts val="0"/>
              </a:spcAft>
              <a:buSzPts val="2400"/>
              <a:buChar char="■"/>
              <a:defRPr sz="2400"/>
            </a:lvl3pPr>
            <a:lvl4pPr marL="1828800" lvl="3" indent="-381000">
              <a:spcBef>
                <a:spcPts val="0"/>
              </a:spcBef>
              <a:spcAft>
                <a:spcPts val="0"/>
              </a:spcAft>
              <a:buSzPts val="2400"/>
              <a:buChar char="●"/>
              <a:defRPr sz="2400"/>
            </a:lvl4pPr>
            <a:lvl5pPr marL="2286000" lvl="4" indent="-381000">
              <a:spcBef>
                <a:spcPts val="0"/>
              </a:spcBef>
              <a:spcAft>
                <a:spcPts val="0"/>
              </a:spcAft>
              <a:buSzPts val="2400"/>
              <a:buChar char="○"/>
              <a:defRPr sz="2400"/>
            </a:lvl5pPr>
            <a:lvl6pPr marL="2743200" lvl="5" indent="-381000">
              <a:spcBef>
                <a:spcPts val="0"/>
              </a:spcBef>
              <a:spcAft>
                <a:spcPts val="0"/>
              </a:spcAft>
              <a:buSzPts val="2400"/>
              <a:buChar char="■"/>
              <a:defRPr sz="2400"/>
            </a:lvl6pPr>
            <a:lvl7pPr marL="3200400" lvl="6" indent="-381000">
              <a:spcBef>
                <a:spcPts val="0"/>
              </a:spcBef>
              <a:spcAft>
                <a:spcPts val="0"/>
              </a:spcAft>
              <a:buSzPts val="2400"/>
              <a:buChar char="●"/>
              <a:defRPr sz="2400"/>
            </a:lvl7pPr>
            <a:lvl8pPr marL="3657600" lvl="7" indent="-381000">
              <a:spcBef>
                <a:spcPts val="0"/>
              </a:spcBef>
              <a:spcAft>
                <a:spcPts val="0"/>
              </a:spcAft>
              <a:buSzPts val="2400"/>
              <a:buChar char="○"/>
              <a:defRPr sz="2400"/>
            </a:lvl8pPr>
            <a:lvl9pPr marL="4114800" lvl="8" indent="-381000">
              <a:spcBef>
                <a:spcPts val="0"/>
              </a:spcBef>
              <a:spcAft>
                <a:spcPts val="0"/>
              </a:spcAft>
              <a:buSzPts val="2400"/>
              <a:buChar char="■"/>
              <a:defRPr sz="2400"/>
            </a:lvl9pPr>
          </a:lstStyle>
          <a:p>
            <a:endParaRPr/>
          </a:p>
        </p:txBody>
      </p:sp>
      <p:sp>
        <p:nvSpPr>
          <p:cNvPr id="49" name="Google Shape;49;p7"/>
          <p:cNvSpPr txBox="1">
            <a:spLocks noGrp="1"/>
          </p:cNvSpPr>
          <p:nvPr>
            <p:ph type="sldNum" idx="12"/>
          </p:nvPr>
        </p:nvSpPr>
        <p:spPr>
          <a:xfrm>
            <a:off x="16920863" y="9302380"/>
            <a:ext cx="1097400" cy="787200"/>
          </a:xfrm>
          <a:prstGeom prst="rect">
            <a:avLst/>
          </a:prstGeom>
        </p:spPr>
        <p:txBody>
          <a:bodyPr spcFirstLastPara="1" wrap="square" lIns="182850" tIns="182850" rIns="182850" bIns="182850"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50"/>
        <p:cNvGrpSpPr/>
        <p:nvPr/>
      </p:nvGrpSpPr>
      <p:grpSpPr>
        <a:xfrm>
          <a:off x="0" y="0"/>
          <a:ext cx="0" cy="0"/>
          <a:chOff x="0" y="0"/>
          <a:chExt cx="0" cy="0"/>
        </a:xfrm>
      </p:grpSpPr>
      <p:grpSp>
        <p:nvGrpSpPr>
          <p:cNvPr id="51" name="Google Shape;51;p8"/>
          <p:cNvGrpSpPr/>
          <p:nvPr/>
        </p:nvGrpSpPr>
        <p:grpSpPr>
          <a:xfrm>
            <a:off x="12196756" y="10"/>
            <a:ext cx="6091250" cy="4061141"/>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a:p>
          </p:txBody>
        </p:sp>
        <p:sp>
          <p:nvSpPr>
            <p:cNvPr id="54" name="Google Shape;54;p8"/>
            <p:cNvSpPr/>
            <p:nvPr/>
          </p:nvSpPr>
          <p:spPr>
            <a:xfrm rot="10800000" flipH="1">
              <a:off x="7113588" y="107"/>
              <a:ext cx="1015200" cy="1015200"/>
            </a:xfrm>
            <a:prstGeom prst="rtTriangle">
              <a:avLst/>
            </a:prstGeom>
            <a:solidFill>
              <a:schemeClr val="accent3"/>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a:p>
          </p:txBody>
        </p:sp>
      </p:grpSp>
      <p:sp>
        <p:nvSpPr>
          <p:cNvPr id="57" name="Google Shape;57;p8"/>
          <p:cNvSpPr txBox="1">
            <a:spLocks noGrp="1"/>
          </p:cNvSpPr>
          <p:nvPr>
            <p:ph type="title"/>
          </p:nvPr>
        </p:nvSpPr>
        <p:spPr>
          <a:xfrm>
            <a:off x="980500" y="1052700"/>
            <a:ext cx="11237400" cy="8181600"/>
          </a:xfrm>
          <a:prstGeom prst="rect">
            <a:avLst/>
          </a:prstGeom>
        </p:spPr>
        <p:txBody>
          <a:bodyPr spcFirstLastPara="1" wrap="square" lIns="182850" tIns="182850" rIns="182850" bIns="182850" anchor="ctr" anchorCtr="0">
            <a:normAutofit/>
          </a:bodyPr>
          <a:lstStyle>
            <a:lvl1pPr lvl="0">
              <a:spcBef>
                <a:spcPts val="0"/>
              </a:spcBef>
              <a:spcAft>
                <a:spcPts val="0"/>
              </a:spcAft>
              <a:buClr>
                <a:schemeClr val="lt1"/>
              </a:buClr>
              <a:buSzPts val="9600"/>
              <a:buNone/>
              <a:defRPr sz="9600">
                <a:solidFill>
                  <a:schemeClr val="lt1"/>
                </a:solidFill>
              </a:defRPr>
            </a:lvl1pPr>
            <a:lvl2pPr lvl="1">
              <a:spcBef>
                <a:spcPts val="0"/>
              </a:spcBef>
              <a:spcAft>
                <a:spcPts val="0"/>
              </a:spcAft>
              <a:buClr>
                <a:schemeClr val="lt1"/>
              </a:buClr>
              <a:buSzPts val="9600"/>
              <a:buNone/>
              <a:defRPr sz="9600">
                <a:solidFill>
                  <a:schemeClr val="lt1"/>
                </a:solidFill>
              </a:defRPr>
            </a:lvl2pPr>
            <a:lvl3pPr lvl="2">
              <a:spcBef>
                <a:spcPts val="0"/>
              </a:spcBef>
              <a:spcAft>
                <a:spcPts val="0"/>
              </a:spcAft>
              <a:buClr>
                <a:schemeClr val="lt1"/>
              </a:buClr>
              <a:buSzPts val="9600"/>
              <a:buNone/>
              <a:defRPr sz="9600">
                <a:solidFill>
                  <a:schemeClr val="lt1"/>
                </a:solidFill>
              </a:defRPr>
            </a:lvl3pPr>
            <a:lvl4pPr lvl="3">
              <a:spcBef>
                <a:spcPts val="0"/>
              </a:spcBef>
              <a:spcAft>
                <a:spcPts val="0"/>
              </a:spcAft>
              <a:buClr>
                <a:schemeClr val="lt1"/>
              </a:buClr>
              <a:buSzPts val="9600"/>
              <a:buNone/>
              <a:defRPr sz="9600">
                <a:solidFill>
                  <a:schemeClr val="lt1"/>
                </a:solidFill>
              </a:defRPr>
            </a:lvl4pPr>
            <a:lvl5pPr lvl="4">
              <a:spcBef>
                <a:spcPts val="0"/>
              </a:spcBef>
              <a:spcAft>
                <a:spcPts val="0"/>
              </a:spcAft>
              <a:buClr>
                <a:schemeClr val="lt1"/>
              </a:buClr>
              <a:buSzPts val="9600"/>
              <a:buNone/>
              <a:defRPr sz="9600">
                <a:solidFill>
                  <a:schemeClr val="lt1"/>
                </a:solidFill>
              </a:defRPr>
            </a:lvl5pPr>
            <a:lvl6pPr lvl="5">
              <a:spcBef>
                <a:spcPts val="0"/>
              </a:spcBef>
              <a:spcAft>
                <a:spcPts val="0"/>
              </a:spcAft>
              <a:buClr>
                <a:schemeClr val="lt1"/>
              </a:buClr>
              <a:buSzPts val="9600"/>
              <a:buNone/>
              <a:defRPr sz="9600">
                <a:solidFill>
                  <a:schemeClr val="lt1"/>
                </a:solidFill>
              </a:defRPr>
            </a:lvl6pPr>
            <a:lvl7pPr lvl="6">
              <a:spcBef>
                <a:spcPts val="0"/>
              </a:spcBef>
              <a:spcAft>
                <a:spcPts val="0"/>
              </a:spcAft>
              <a:buClr>
                <a:schemeClr val="lt1"/>
              </a:buClr>
              <a:buSzPts val="9600"/>
              <a:buNone/>
              <a:defRPr sz="9600">
                <a:solidFill>
                  <a:schemeClr val="lt1"/>
                </a:solidFill>
              </a:defRPr>
            </a:lvl7pPr>
            <a:lvl8pPr lvl="7">
              <a:spcBef>
                <a:spcPts val="0"/>
              </a:spcBef>
              <a:spcAft>
                <a:spcPts val="0"/>
              </a:spcAft>
              <a:buClr>
                <a:schemeClr val="lt1"/>
              </a:buClr>
              <a:buSzPts val="9600"/>
              <a:buNone/>
              <a:defRPr sz="9600">
                <a:solidFill>
                  <a:schemeClr val="lt1"/>
                </a:solidFill>
              </a:defRPr>
            </a:lvl8pPr>
            <a:lvl9pPr lvl="8">
              <a:spcBef>
                <a:spcPts val="0"/>
              </a:spcBef>
              <a:spcAft>
                <a:spcPts val="0"/>
              </a:spcAft>
              <a:buClr>
                <a:schemeClr val="lt1"/>
              </a:buClr>
              <a:buSzPts val="9600"/>
              <a:buNone/>
              <a:defRPr sz="9600">
                <a:solidFill>
                  <a:schemeClr val="lt1"/>
                </a:solidFill>
              </a:defRPr>
            </a:lvl9pPr>
          </a:lstStyle>
          <a:p>
            <a:endParaRPr/>
          </a:p>
        </p:txBody>
      </p:sp>
      <p:sp>
        <p:nvSpPr>
          <p:cNvPr id="58" name="Google Shape;58;p8"/>
          <p:cNvSpPr txBox="1">
            <a:spLocks noGrp="1"/>
          </p:cNvSpPr>
          <p:nvPr>
            <p:ph type="sldNum" idx="12"/>
          </p:nvPr>
        </p:nvSpPr>
        <p:spPr>
          <a:xfrm>
            <a:off x="16920863" y="9302380"/>
            <a:ext cx="1097400" cy="787200"/>
          </a:xfrm>
          <a:prstGeom prst="rect">
            <a:avLst/>
          </a:prstGeom>
        </p:spPr>
        <p:txBody>
          <a:bodyPr spcFirstLastPara="1" wrap="square" lIns="182850" tIns="182850" rIns="182850" bIns="1828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9"/>
        <p:cNvGrpSpPr/>
        <p:nvPr/>
      </p:nvGrpSpPr>
      <p:grpSpPr>
        <a:xfrm>
          <a:off x="0" y="0"/>
          <a:ext cx="0" cy="0"/>
          <a:chOff x="0" y="0"/>
          <a:chExt cx="0" cy="0"/>
        </a:xfrm>
      </p:grpSpPr>
      <p:sp>
        <p:nvSpPr>
          <p:cNvPr id="60" name="Google Shape;60;p9"/>
          <p:cNvSpPr/>
          <p:nvPr/>
        </p:nvSpPr>
        <p:spPr>
          <a:xfrm>
            <a:off x="9144000" y="-350"/>
            <a:ext cx="9144000" cy="10287000"/>
          </a:xfrm>
          <a:prstGeom prst="rect">
            <a:avLst/>
          </a:prstGeom>
          <a:solidFill>
            <a:schemeClr val="dk1"/>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a:p>
        </p:txBody>
      </p:sp>
      <p:cxnSp>
        <p:nvCxnSpPr>
          <p:cNvPr id="61" name="Google Shape;61;p9"/>
          <p:cNvCxnSpPr/>
          <p:nvPr/>
        </p:nvCxnSpPr>
        <p:spPr>
          <a:xfrm>
            <a:off x="10059350" y="8991000"/>
            <a:ext cx="936600" cy="0"/>
          </a:xfrm>
          <a:prstGeom prst="straightConnector1">
            <a:avLst/>
          </a:prstGeom>
          <a:noFill/>
          <a:ln w="38100" cap="flat" cmpd="sng">
            <a:solidFill>
              <a:schemeClr val="lt1"/>
            </a:solidFill>
            <a:prstDash val="solid"/>
            <a:round/>
            <a:headEnd type="none" w="sm" len="sm"/>
            <a:tailEnd type="none" w="sm" len="sm"/>
          </a:ln>
        </p:spPr>
      </p:cxnSp>
      <p:sp>
        <p:nvSpPr>
          <p:cNvPr id="62" name="Google Shape;62;p9"/>
          <p:cNvSpPr txBox="1">
            <a:spLocks noGrp="1"/>
          </p:cNvSpPr>
          <p:nvPr>
            <p:ph type="title"/>
          </p:nvPr>
        </p:nvSpPr>
        <p:spPr>
          <a:xfrm>
            <a:off x="531000" y="2302200"/>
            <a:ext cx="8090400" cy="3129000"/>
          </a:xfrm>
          <a:prstGeom prst="rect">
            <a:avLst/>
          </a:prstGeom>
        </p:spPr>
        <p:txBody>
          <a:bodyPr spcFirstLastPara="1" wrap="square" lIns="182850" tIns="182850" rIns="182850" bIns="182850" anchor="b" anchorCtr="0">
            <a:normAutofit/>
          </a:bodyPr>
          <a:lstStyle>
            <a:lvl1pPr lvl="0" algn="ctr">
              <a:spcBef>
                <a:spcPts val="0"/>
              </a:spcBef>
              <a:spcAft>
                <a:spcPts val="0"/>
              </a:spcAft>
              <a:buSzPts val="8400"/>
              <a:buNone/>
              <a:defRPr sz="8400"/>
            </a:lvl1pPr>
            <a:lvl2pPr lvl="1" algn="ctr">
              <a:spcBef>
                <a:spcPts val="0"/>
              </a:spcBef>
              <a:spcAft>
                <a:spcPts val="0"/>
              </a:spcAft>
              <a:buSzPts val="8400"/>
              <a:buNone/>
              <a:defRPr sz="8400"/>
            </a:lvl2pPr>
            <a:lvl3pPr lvl="2" algn="ctr">
              <a:spcBef>
                <a:spcPts val="0"/>
              </a:spcBef>
              <a:spcAft>
                <a:spcPts val="0"/>
              </a:spcAft>
              <a:buSzPts val="8400"/>
              <a:buNone/>
              <a:defRPr sz="8400"/>
            </a:lvl3pPr>
            <a:lvl4pPr lvl="3" algn="ctr">
              <a:spcBef>
                <a:spcPts val="0"/>
              </a:spcBef>
              <a:spcAft>
                <a:spcPts val="0"/>
              </a:spcAft>
              <a:buSzPts val="8400"/>
              <a:buNone/>
              <a:defRPr sz="8400"/>
            </a:lvl4pPr>
            <a:lvl5pPr lvl="4" algn="ctr">
              <a:spcBef>
                <a:spcPts val="0"/>
              </a:spcBef>
              <a:spcAft>
                <a:spcPts val="0"/>
              </a:spcAft>
              <a:buSzPts val="8400"/>
              <a:buNone/>
              <a:defRPr sz="8400"/>
            </a:lvl5pPr>
            <a:lvl6pPr lvl="5" algn="ctr">
              <a:spcBef>
                <a:spcPts val="0"/>
              </a:spcBef>
              <a:spcAft>
                <a:spcPts val="0"/>
              </a:spcAft>
              <a:buSzPts val="8400"/>
              <a:buNone/>
              <a:defRPr sz="8400"/>
            </a:lvl6pPr>
            <a:lvl7pPr lvl="6" algn="ctr">
              <a:spcBef>
                <a:spcPts val="0"/>
              </a:spcBef>
              <a:spcAft>
                <a:spcPts val="0"/>
              </a:spcAft>
              <a:buSzPts val="8400"/>
              <a:buNone/>
              <a:defRPr sz="8400"/>
            </a:lvl7pPr>
            <a:lvl8pPr lvl="7" algn="ctr">
              <a:spcBef>
                <a:spcPts val="0"/>
              </a:spcBef>
              <a:spcAft>
                <a:spcPts val="0"/>
              </a:spcAft>
              <a:buSzPts val="8400"/>
              <a:buNone/>
              <a:defRPr sz="8400"/>
            </a:lvl8pPr>
            <a:lvl9pPr lvl="8" algn="ctr">
              <a:spcBef>
                <a:spcPts val="0"/>
              </a:spcBef>
              <a:spcAft>
                <a:spcPts val="0"/>
              </a:spcAft>
              <a:buSzPts val="8400"/>
              <a:buNone/>
              <a:defRPr sz="8400"/>
            </a:lvl9pPr>
          </a:lstStyle>
          <a:p>
            <a:endParaRPr/>
          </a:p>
        </p:txBody>
      </p:sp>
      <p:sp>
        <p:nvSpPr>
          <p:cNvPr id="63" name="Google Shape;63;p9"/>
          <p:cNvSpPr txBox="1">
            <a:spLocks noGrp="1"/>
          </p:cNvSpPr>
          <p:nvPr>
            <p:ph type="subTitle" idx="1"/>
          </p:nvPr>
        </p:nvSpPr>
        <p:spPr>
          <a:xfrm>
            <a:off x="531000" y="5538002"/>
            <a:ext cx="8090400" cy="2538600"/>
          </a:xfrm>
          <a:prstGeom prst="rect">
            <a:avLst/>
          </a:prstGeom>
        </p:spPr>
        <p:txBody>
          <a:bodyPr spcFirstLastPara="1" wrap="square" lIns="182850" tIns="182850" rIns="182850" bIns="182850" anchor="t"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64" name="Google Shape;64;p9"/>
          <p:cNvSpPr txBox="1">
            <a:spLocks noGrp="1"/>
          </p:cNvSpPr>
          <p:nvPr>
            <p:ph type="body" idx="2"/>
          </p:nvPr>
        </p:nvSpPr>
        <p:spPr>
          <a:xfrm>
            <a:off x="9879000" y="1448400"/>
            <a:ext cx="7674000" cy="7390200"/>
          </a:xfrm>
          <a:prstGeom prst="rect">
            <a:avLst/>
          </a:prstGeom>
        </p:spPr>
        <p:txBody>
          <a:bodyPr spcFirstLastPara="1" wrap="square" lIns="182850" tIns="182850" rIns="182850" bIns="182850" anchor="ctr" anchorCtr="0">
            <a:normAutofit/>
          </a:bodyPr>
          <a:lstStyle>
            <a:lvl1pPr marL="457200" lvl="0" indent="-457200">
              <a:spcBef>
                <a:spcPts val="0"/>
              </a:spcBef>
              <a:spcAft>
                <a:spcPts val="0"/>
              </a:spcAft>
              <a:buClr>
                <a:schemeClr val="lt1"/>
              </a:buClr>
              <a:buSzPts val="3600"/>
              <a:buChar char="●"/>
              <a:defRPr>
                <a:solidFill>
                  <a:schemeClr val="lt1"/>
                </a:solidFill>
              </a:defRPr>
            </a:lvl1pPr>
            <a:lvl2pPr marL="914400" lvl="1" indent="-406400">
              <a:spcBef>
                <a:spcPts val="0"/>
              </a:spcBef>
              <a:spcAft>
                <a:spcPts val="0"/>
              </a:spcAft>
              <a:buClr>
                <a:schemeClr val="lt1"/>
              </a:buClr>
              <a:buSzPts val="2800"/>
              <a:buChar char="○"/>
              <a:defRPr>
                <a:solidFill>
                  <a:schemeClr val="lt1"/>
                </a:solidFill>
              </a:defRPr>
            </a:lvl2pPr>
            <a:lvl3pPr marL="1371600" lvl="2" indent="-406400">
              <a:spcBef>
                <a:spcPts val="0"/>
              </a:spcBef>
              <a:spcAft>
                <a:spcPts val="0"/>
              </a:spcAft>
              <a:buClr>
                <a:schemeClr val="lt1"/>
              </a:buClr>
              <a:buSzPts val="2800"/>
              <a:buChar char="■"/>
              <a:defRPr>
                <a:solidFill>
                  <a:schemeClr val="lt1"/>
                </a:solidFill>
              </a:defRPr>
            </a:lvl3pPr>
            <a:lvl4pPr marL="1828800" lvl="3" indent="-406400">
              <a:spcBef>
                <a:spcPts val="0"/>
              </a:spcBef>
              <a:spcAft>
                <a:spcPts val="0"/>
              </a:spcAft>
              <a:buClr>
                <a:schemeClr val="lt1"/>
              </a:buClr>
              <a:buSzPts val="2800"/>
              <a:buChar char="●"/>
              <a:defRPr>
                <a:solidFill>
                  <a:schemeClr val="lt1"/>
                </a:solidFill>
              </a:defRPr>
            </a:lvl4pPr>
            <a:lvl5pPr marL="2286000" lvl="4" indent="-406400">
              <a:spcBef>
                <a:spcPts val="0"/>
              </a:spcBef>
              <a:spcAft>
                <a:spcPts val="0"/>
              </a:spcAft>
              <a:buClr>
                <a:schemeClr val="lt1"/>
              </a:buClr>
              <a:buSzPts val="2800"/>
              <a:buChar char="○"/>
              <a:defRPr>
                <a:solidFill>
                  <a:schemeClr val="lt1"/>
                </a:solidFill>
              </a:defRPr>
            </a:lvl5pPr>
            <a:lvl6pPr marL="2743200" lvl="5" indent="-406400">
              <a:spcBef>
                <a:spcPts val="0"/>
              </a:spcBef>
              <a:spcAft>
                <a:spcPts val="0"/>
              </a:spcAft>
              <a:buClr>
                <a:schemeClr val="lt1"/>
              </a:buClr>
              <a:buSzPts val="2800"/>
              <a:buChar char="■"/>
              <a:defRPr>
                <a:solidFill>
                  <a:schemeClr val="lt1"/>
                </a:solidFill>
              </a:defRPr>
            </a:lvl6pPr>
            <a:lvl7pPr marL="3200400" lvl="6" indent="-406400">
              <a:spcBef>
                <a:spcPts val="0"/>
              </a:spcBef>
              <a:spcAft>
                <a:spcPts val="0"/>
              </a:spcAft>
              <a:buClr>
                <a:schemeClr val="lt1"/>
              </a:buClr>
              <a:buSzPts val="2800"/>
              <a:buChar char="●"/>
              <a:defRPr>
                <a:solidFill>
                  <a:schemeClr val="lt1"/>
                </a:solidFill>
              </a:defRPr>
            </a:lvl7pPr>
            <a:lvl8pPr marL="3657600" lvl="7" indent="-406400">
              <a:spcBef>
                <a:spcPts val="0"/>
              </a:spcBef>
              <a:spcAft>
                <a:spcPts val="0"/>
              </a:spcAft>
              <a:buClr>
                <a:schemeClr val="lt1"/>
              </a:buClr>
              <a:buSzPts val="2800"/>
              <a:buChar char="○"/>
              <a:defRPr>
                <a:solidFill>
                  <a:schemeClr val="lt1"/>
                </a:solidFill>
              </a:defRPr>
            </a:lvl8pPr>
            <a:lvl9pPr marL="4114800" lvl="8" indent="-406400">
              <a:spcBef>
                <a:spcPts val="0"/>
              </a:spcBef>
              <a:spcAft>
                <a:spcPts val="0"/>
              </a:spcAft>
              <a:buClr>
                <a:schemeClr val="lt1"/>
              </a:buClr>
              <a:buSzPts val="2800"/>
              <a:buChar char="■"/>
              <a:defRPr>
                <a:solidFill>
                  <a:schemeClr val="lt1"/>
                </a:solidFill>
              </a:defRPr>
            </a:lvl9pPr>
          </a:lstStyle>
          <a:p>
            <a:endParaRPr/>
          </a:p>
        </p:txBody>
      </p:sp>
      <p:sp>
        <p:nvSpPr>
          <p:cNvPr id="65" name="Google Shape;65;p9"/>
          <p:cNvSpPr txBox="1">
            <a:spLocks noGrp="1"/>
          </p:cNvSpPr>
          <p:nvPr>
            <p:ph type="sldNum" idx="12"/>
          </p:nvPr>
        </p:nvSpPr>
        <p:spPr>
          <a:xfrm>
            <a:off x="16920863" y="9302380"/>
            <a:ext cx="1097400" cy="787200"/>
          </a:xfrm>
          <a:prstGeom prst="rect">
            <a:avLst/>
          </a:prstGeom>
        </p:spPr>
        <p:txBody>
          <a:bodyPr spcFirstLastPara="1" wrap="square" lIns="182850" tIns="182850" rIns="182850" bIns="1828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6"/>
        <p:cNvGrpSpPr/>
        <p:nvPr/>
      </p:nvGrpSpPr>
      <p:grpSpPr>
        <a:xfrm>
          <a:off x="0" y="0"/>
          <a:ext cx="0" cy="0"/>
          <a:chOff x="0" y="0"/>
          <a:chExt cx="0" cy="0"/>
        </a:xfrm>
      </p:grpSpPr>
      <p:sp>
        <p:nvSpPr>
          <p:cNvPr id="67" name="Google Shape;67;p10"/>
          <p:cNvSpPr txBox="1">
            <a:spLocks noGrp="1"/>
          </p:cNvSpPr>
          <p:nvPr>
            <p:ph type="body" idx="1"/>
          </p:nvPr>
        </p:nvSpPr>
        <p:spPr>
          <a:xfrm>
            <a:off x="639000" y="8461150"/>
            <a:ext cx="11997600" cy="1197600"/>
          </a:xfrm>
          <a:prstGeom prst="rect">
            <a:avLst/>
          </a:prstGeom>
        </p:spPr>
        <p:txBody>
          <a:bodyPr spcFirstLastPara="1" wrap="square" lIns="182850" tIns="182850" rIns="182850" bIns="182850" anchor="ctr" anchorCtr="0">
            <a:normAutofit/>
          </a:bodyPr>
          <a:lstStyle>
            <a:lvl1pPr marL="457200" lvl="0" indent="-228600">
              <a:lnSpc>
                <a:spcPct val="100000"/>
              </a:lnSpc>
              <a:spcBef>
                <a:spcPts val="0"/>
              </a:spcBef>
              <a:spcAft>
                <a:spcPts val="0"/>
              </a:spcAft>
              <a:buSzPts val="3600"/>
              <a:buNone/>
              <a:defRPr/>
            </a:lvl1pPr>
          </a:lstStyle>
          <a:p>
            <a:endParaRPr/>
          </a:p>
        </p:txBody>
      </p:sp>
      <p:sp>
        <p:nvSpPr>
          <p:cNvPr id="68" name="Google Shape;68;p10"/>
          <p:cNvSpPr txBox="1">
            <a:spLocks noGrp="1"/>
          </p:cNvSpPr>
          <p:nvPr>
            <p:ph type="sldNum" idx="12"/>
          </p:nvPr>
        </p:nvSpPr>
        <p:spPr>
          <a:xfrm>
            <a:off x="16920863" y="9302380"/>
            <a:ext cx="1097400" cy="787200"/>
          </a:xfrm>
          <a:prstGeom prst="rect">
            <a:avLst/>
          </a:prstGeom>
        </p:spPr>
        <p:txBody>
          <a:bodyPr spcFirstLastPara="1" wrap="square" lIns="182850" tIns="182850" rIns="182850" bIns="182850"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69"/>
        <p:cNvGrpSpPr/>
        <p:nvPr/>
      </p:nvGrpSpPr>
      <p:grpSpPr>
        <a:xfrm>
          <a:off x="0" y="0"/>
          <a:ext cx="0" cy="0"/>
          <a:chOff x="0" y="0"/>
          <a:chExt cx="0" cy="0"/>
        </a:xfrm>
      </p:grpSpPr>
      <p:grpSp>
        <p:nvGrpSpPr>
          <p:cNvPr id="70" name="Google Shape;70;p11"/>
          <p:cNvGrpSpPr/>
          <p:nvPr/>
        </p:nvGrpSpPr>
        <p:grpSpPr>
          <a:xfrm>
            <a:off x="12196756" y="10"/>
            <a:ext cx="6091250" cy="4061141"/>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a:p>
          </p:txBody>
        </p:sp>
        <p:sp>
          <p:nvSpPr>
            <p:cNvPr id="73" name="Google Shape;73;p11"/>
            <p:cNvSpPr/>
            <p:nvPr/>
          </p:nvSpPr>
          <p:spPr>
            <a:xfrm rot="10800000" flipH="1">
              <a:off x="7113588" y="107"/>
              <a:ext cx="1015200" cy="1015200"/>
            </a:xfrm>
            <a:prstGeom prst="rtTriangle">
              <a:avLst/>
            </a:prstGeom>
            <a:solidFill>
              <a:schemeClr val="accent6"/>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spcFirstLastPara="1" wrap="square" lIns="182850" tIns="182850" rIns="182850" bIns="182850" anchor="ctr" anchorCtr="0">
              <a:noAutofit/>
            </a:bodyPr>
            <a:lstStyle/>
            <a:p>
              <a:pPr marL="0" lvl="0" indent="0" algn="l" rtl="0">
                <a:spcBef>
                  <a:spcPts val="0"/>
                </a:spcBef>
                <a:spcAft>
                  <a:spcPts val="0"/>
                </a:spcAft>
                <a:buNone/>
              </a:pPr>
              <a:endParaRPr/>
            </a:p>
          </p:txBody>
        </p:sp>
      </p:grpSp>
      <p:sp>
        <p:nvSpPr>
          <p:cNvPr id="76" name="Google Shape;76;p11"/>
          <p:cNvSpPr txBox="1">
            <a:spLocks noGrp="1"/>
          </p:cNvSpPr>
          <p:nvPr>
            <p:ph type="title" hasCustomPrompt="1"/>
          </p:nvPr>
        </p:nvSpPr>
        <p:spPr>
          <a:xfrm>
            <a:off x="623400" y="2512100"/>
            <a:ext cx="17041200" cy="4061400"/>
          </a:xfrm>
          <a:prstGeom prst="rect">
            <a:avLst/>
          </a:prstGeom>
        </p:spPr>
        <p:txBody>
          <a:bodyPr spcFirstLastPara="1" wrap="square" lIns="182850" tIns="182850" rIns="182850" bIns="182850" anchor="b" anchorCtr="0">
            <a:normAutofit/>
          </a:bodyPr>
          <a:lstStyle>
            <a:lvl1pPr lvl="0" algn="ctr">
              <a:spcBef>
                <a:spcPts val="0"/>
              </a:spcBef>
              <a:spcAft>
                <a:spcPts val="0"/>
              </a:spcAft>
              <a:buClr>
                <a:schemeClr val="lt1"/>
              </a:buClr>
              <a:buSzPts val="24000"/>
              <a:buNone/>
              <a:defRPr sz="24000">
                <a:solidFill>
                  <a:schemeClr val="lt1"/>
                </a:solidFill>
              </a:defRPr>
            </a:lvl1pPr>
            <a:lvl2pPr lvl="1" algn="ctr">
              <a:spcBef>
                <a:spcPts val="0"/>
              </a:spcBef>
              <a:spcAft>
                <a:spcPts val="0"/>
              </a:spcAft>
              <a:buClr>
                <a:schemeClr val="lt1"/>
              </a:buClr>
              <a:buSzPts val="24000"/>
              <a:buNone/>
              <a:defRPr sz="24000">
                <a:solidFill>
                  <a:schemeClr val="lt1"/>
                </a:solidFill>
              </a:defRPr>
            </a:lvl2pPr>
            <a:lvl3pPr lvl="2" algn="ctr">
              <a:spcBef>
                <a:spcPts val="0"/>
              </a:spcBef>
              <a:spcAft>
                <a:spcPts val="0"/>
              </a:spcAft>
              <a:buClr>
                <a:schemeClr val="lt1"/>
              </a:buClr>
              <a:buSzPts val="24000"/>
              <a:buNone/>
              <a:defRPr sz="24000">
                <a:solidFill>
                  <a:schemeClr val="lt1"/>
                </a:solidFill>
              </a:defRPr>
            </a:lvl3pPr>
            <a:lvl4pPr lvl="3" algn="ctr">
              <a:spcBef>
                <a:spcPts val="0"/>
              </a:spcBef>
              <a:spcAft>
                <a:spcPts val="0"/>
              </a:spcAft>
              <a:buClr>
                <a:schemeClr val="lt1"/>
              </a:buClr>
              <a:buSzPts val="24000"/>
              <a:buNone/>
              <a:defRPr sz="24000">
                <a:solidFill>
                  <a:schemeClr val="lt1"/>
                </a:solidFill>
              </a:defRPr>
            </a:lvl4pPr>
            <a:lvl5pPr lvl="4" algn="ctr">
              <a:spcBef>
                <a:spcPts val="0"/>
              </a:spcBef>
              <a:spcAft>
                <a:spcPts val="0"/>
              </a:spcAft>
              <a:buClr>
                <a:schemeClr val="lt1"/>
              </a:buClr>
              <a:buSzPts val="24000"/>
              <a:buNone/>
              <a:defRPr sz="24000">
                <a:solidFill>
                  <a:schemeClr val="lt1"/>
                </a:solidFill>
              </a:defRPr>
            </a:lvl5pPr>
            <a:lvl6pPr lvl="5" algn="ctr">
              <a:spcBef>
                <a:spcPts val="0"/>
              </a:spcBef>
              <a:spcAft>
                <a:spcPts val="0"/>
              </a:spcAft>
              <a:buClr>
                <a:schemeClr val="lt1"/>
              </a:buClr>
              <a:buSzPts val="24000"/>
              <a:buNone/>
              <a:defRPr sz="24000">
                <a:solidFill>
                  <a:schemeClr val="lt1"/>
                </a:solidFill>
              </a:defRPr>
            </a:lvl6pPr>
            <a:lvl7pPr lvl="6" algn="ctr">
              <a:spcBef>
                <a:spcPts val="0"/>
              </a:spcBef>
              <a:spcAft>
                <a:spcPts val="0"/>
              </a:spcAft>
              <a:buClr>
                <a:schemeClr val="lt1"/>
              </a:buClr>
              <a:buSzPts val="24000"/>
              <a:buNone/>
              <a:defRPr sz="24000">
                <a:solidFill>
                  <a:schemeClr val="lt1"/>
                </a:solidFill>
              </a:defRPr>
            </a:lvl7pPr>
            <a:lvl8pPr lvl="7" algn="ctr">
              <a:spcBef>
                <a:spcPts val="0"/>
              </a:spcBef>
              <a:spcAft>
                <a:spcPts val="0"/>
              </a:spcAft>
              <a:buClr>
                <a:schemeClr val="lt1"/>
              </a:buClr>
              <a:buSzPts val="24000"/>
              <a:buNone/>
              <a:defRPr sz="24000">
                <a:solidFill>
                  <a:schemeClr val="lt1"/>
                </a:solidFill>
              </a:defRPr>
            </a:lvl8pPr>
            <a:lvl9pPr lvl="8" algn="ctr">
              <a:spcBef>
                <a:spcPts val="0"/>
              </a:spcBef>
              <a:spcAft>
                <a:spcPts val="0"/>
              </a:spcAft>
              <a:buClr>
                <a:schemeClr val="lt1"/>
              </a:buClr>
              <a:buSzPts val="24000"/>
              <a:buNone/>
              <a:defRPr sz="24000">
                <a:solidFill>
                  <a:schemeClr val="lt1"/>
                </a:solidFill>
              </a:defRPr>
            </a:lvl9pPr>
          </a:lstStyle>
          <a:p>
            <a:r>
              <a:t>xx%</a:t>
            </a:r>
          </a:p>
        </p:txBody>
      </p:sp>
      <p:sp>
        <p:nvSpPr>
          <p:cNvPr id="77" name="Google Shape;77;p11"/>
          <p:cNvSpPr txBox="1">
            <a:spLocks noGrp="1"/>
          </p:cNvSpPr>
          <p:nvPr>
            <p:ph type="body" idx="1"/>
          </p:nvPr>
        </p:nvSpPr>
        <p:spPr>
          <a:xfrm>
            <a:off x="623400" y="6738450"/>
            <a:ext cx="17041200" cy="2563800"/>
          </a:xfrm>
          <a:prstGeom prst="rect">
            <a:avLst/>
          </a:prstGeom>
        </p:spPr>
        <p:txBody>
          <a:bodyPr spcFirstLastPara="1" wrap="square" lIns="182850" tIns="182850" rIns="182850" bIns="182850" anchor="t" anchorCtr="0">
            <a:normAutofit/>
          </a:bodyPr>
          <a:lstStyle>
            <a:lvl1pPr marL="457200" lvl="0" indent="-457200" algn="ctr">
              <a:spcBef>
                <a:spcPts val="0"/>
              </a:spcBef>
              <a:spcAft>
                <a:spcPts val="0"/>
              </a:spcAft>
              <a:buClr>
                <a:schemeClr val="lt1"/>
              </a:buClr>
              <a:buSzPts val="3600"/>
              <a:buChar char="●"/>
              <a:defRPr>
                <a:solidFill>
                  <a:schemeClr val="lt1"/>
                </a:solidFill>
              </a:defRPr>
            </a:lvl1pPr>
            <a:lvl2pPr marL="914400" lvl="1" indent="-406400" algn="ctr">
              <a:spcBef>
                <a:spcPts val="0"/>
              </a:spcBef>
              <a:spcAft>
                <a:spcPts val="0"/>
              </a:spcAft>
              <a:buClr>
                <a:schemeClr val="lt1"/>
              </a:buClr>
              <a:buSzPts val="2800"/>
              <a:buChar char="○"/>
              <a:defRPr>
                <a:solidFill>
                  <a:schemeClr val="lt1"/>
                </a:solidFill>
              </a:defRPr>
            </a:lvl2pPr>
            <a:lvl3pPr marL="1371600" lvl="2" indent="-406400" algn="ctr">
              <a:spcBef>
                <a:spcPts val="0"/>
              </a:spcBef>
              <a:spcAft>
                <a:spcPts val="0"/>
              </a:spcAft>
              <a:buClr>
                <a:schemeClr val="lt1"/>
              </a:buClr>
              <a:buSzPts val="2800"/>
              <a:buChar char="■"/>
              <a:defRPr>
                <a:solidFill>
                  <a:schemeClr val="lt1"/>
                </a:solidFill>
              </a:defRPr>
            </a:lvl3pPr>
            <a:lvl4pPr marL="1828800" lvl="3" indent="-406400" algn="ctr">
              <a:spcBef>
                <a:spcPts val="0"/>
              </a:spcBef>
              <a:spcAft>
                <a:spcPts val="0"/>
              </a:spcAft>
              <a:buClr>
                <a:schemeClr val="lt1"/>
              </a:buClr>
              <a:buSzPts val="2800"/>
              <a:buChar char="●"/>
              <a:defRPr>
                <a:solidFill>
                  <a:schemeClr val="lt1"/>
                </a:solidFill>
              </a:defRPr>
            </a:lvl4pPr>
            <a:lvl5pPr marL="2286000" lvl="4" indent="-406400" algn="ctr">
              <a:spcBef>
                <a:spcPts val="0"/>
              </a:spcBef>
              <a:spcAft>
                <a:spcPts val="0"/>
              </a:spcAft>
              <a:buClr>
                <a:schemeClr val="lt1"/>
              </a:buClr>
              <a:buSzPts val="2800"/>
              <a:buChar char="○"/>
              <a:defRPr>
                <a:solidFill>
                  <a:schemeClr val="lt1"/>
                </a:solidFill>
              </a:defRPr>
            </a:lvl5pPr>
            <a:lvl6pPr marL="2743200" lvl="5" indent="-406400" algn="ctr">
              <a:spcBef>
                <a:spcPts val="0"/>
              </a:spcBef>
              <a:spcAft>
                <a:spcPts val="0"/>
              </a:spcAft>
              <a:buClr>
                <a:schemeClr val="lt1"/>
              </a:buClr>
              <a:buSzPts val="2800"/>
              <a:buChar char="■"/>
              <a:defRPr>
                <a:solidFill>
                  <a:schemeClr val="lt1"/>
                </a:solidFill>
              </a:defRPr>
            </a:lvl6pPr>
            <a:lvl7pPr marL="3200400" lvl="6" indent="-406400" algn="ctr">
              <a:spcBef>
                <a:spcPts val="0"/>
              </a:spcBef>
              <a:spcAft>
                <a:spcPts val="0"/>
              </a:spcAft>
              <a:buClr>
                <a:schemeClr val="lt1"/>
              </a:buClr>
              <a:buSzPts val="2800"/>
              <a:buChar char="●"/>
              <a:defRPr>
                <a:solidFill>
                  <a:schemeClr val="lt1"/>
                </a:solidFill>
              </a:defRPr>
            </a:lvl7pPr>
            <a:lvl8pPr marL="3657600" lvl="7" indent="-406400" algn="ctr">
              <a:spcBef>
                <a:spcPts val="0"/>
              </a:spcBef>
              <a:spcAft>
                <a:spcPts val="0"/>
              </a:spcAft>
              <a:buClr>
                <a:schemeClr val="lt1"/>
              </a:buClr>
              <a:buSzPts val="2800"/>
              <a:buChar char="○"/>
              <a:defRPr>
                <a:solidFill>
                  <a:schemeClr val="lt1"/>
                </a:solidFill>
              </a:defRPr>
            </a:lvl8pPr>
            <a:lvl9pPr marL="4114800" lvl="8" indent="-406400" algn="ctr">
              <a:spcBef>
                <a:spcPts val="0"/>
              </a:spcBef>
              <a:spcAft>
                <a:spcPts val="0"/>
              </a:spcAft>
              <a:buClr>
                <a:schemeClr val="lt1"/>
              </a:buClr>
              <a:buSzPts val="2800"/>
              <a:buChar char="■"/>
              <a:defRPr>
                <a:solidFill>
                  <a:schemeClr val="lt1"/>
                </a:solidFill>
              </a:defRPr>
            </a:lvl9pPr>
          </a:lstStyle>
          <a:p>
            <a:endParaRPr/>
          </a:p>
        </p:txBody>
      </p:sp>
      <p:sp>
        <p:nvSpPr>
          <p:cNvPr id="78" name="Google Shape;78;p11"/>
          <p:cNvSpPr txBox="1">
            <a:spLocks noGrp="1"/>
          </p:cNvSpPr>
          <p:nvPr>
            <p:ph type="sldNum" idx="12"/>
          </p:nvPr>
        </p:nvSpPr>
        <p:spPr>
          <a:xfrm>
            <a:off x="16920863" y="9302380"/>
            <a:ext cx="1097400" cy="787200"/>
          </a:xfrm>
          <a:prstGeom prst="rect">
            <a:avLst/>
          </a:prstGeom>
        </p:spPr>
        <p:txBody>
          <a:bodyPr spcFirstLastPara="1" wrap="square" lIns="182850" tIns="182850" rIns="182850" bIns="1828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9"/>
        <p:cNvGrpSpPr/>
        <p:nvPr/>
      </p:nvGrpSpPr>
      <p:grpSpPr>
        <a:xfrm>
          <a:off x="0" y="0"/>
          <a:ext cx="0" cy="0"/>
          <a:chOff x="0" y="0"/>
          <a:chExt cx="0" cy="0"/>
        </a:xfrm>
      </p:grpSpPr>
      <p:sp>
        <p:nvSpPr>
          <p:cNvPr id="80" name="Google Shape;80;p12"/>
          <p:cNvSpPr txBox="1">
            <a:spLocks noGrp="1"/>
          </p:cNvSpPr>
          <p:nvPr>
            <p:ph type="sldNum" idx="12"/>
          </p:nvPr>
        </p:nvSpPr>
        <p:spPr>
          <a:xfrm>
            <a:off x="16920863" y="9302380"/>
            <a:ext cx="1097400" cy="787200"/>
          </a:xfrm>
          <a:prstGeom prst="rect">
            <a:avLst/>
          </a:prstGeom>
        </p:spPr>
        <p:txBody>
          <a:bodyPr spcFirstLastPara="1" wrap="square" lIns="182850" tIns="182850" rIns="182850" bIns="182850"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81"/>
        <p:cNvGrpSpPr/>
        <p:nvPr/>
      </p:nvGrpSpPr>
      <p:grpSpPr>
        <a:xfrm>
          <a:off x="0" y="0"/>
          <a:ext cx="0" cy="0"/>
          <a:chOff x="0" y="0"/>
          <a:chExt cx="0" cy="0"/>
        </a:xfrm>
      </p:grpSpPr>
      <p:sp>
        <p:nvSpPr>
          <p:cNvPr id="82" name="Google Shape;82;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6000"/>
              <a:buNone/>
              <a:defRPr/>
            </a:lvl2pPr>
            <a:lvl3pPr lvl="2">
              <a:spcBef>
                <a:spcPts val="0"/>
              </a:spcBef>
              <a:spcAft>
                <a:spcPts val="0"/>
              </a:spcAft>
              <a:buSzPts val="6000"/>
              <a:buNone/>
              <a:defRPr/>
            </a:lvl3pPr>
            <a:lvl4pPr lvl="3">
              <a:spcBef>
                <a:spcPts val="0"/>
              </a:spcBef>
              <a:spcAft>
                <a:spcPts val="0"/>
              </a:spcAft>
              <a:buSzPts val="6000"/>
              <a:buNone/>
              <a:defRPr/>
            </a:lvl4pPr>
            <a:lvl5pPr lvl="4">
              <a:spcBef>
                <a:spcPts val="0"/>
              </a:spcBef>
              <a:spcAft>
                <a:spcPts val="0"/>
              </a:spcAft>
              <a:buSzPts val="6000"/>
              <a:buNone/>
              <a:defRPr/>
            </a:lvl5pPr>
            <a:lvl6pPr lvl="5">
              <a:spcBef>
                <a:spcPts val="0"/>
              </a:spcBef>
              <a:spcAft>
                <a:spcPts val="0"/>
              </a:spcAft>
              <a:buSzPts val="6000"/>
              <a:buNone/>
              <a:defRPr/>
            </a:lvl6pPr>
            <a:lvl7pPr lvl="6">
              <a:spcBef>
                <a:spcPts val="0"/>
              </a:spcBef>
              <a:spcAft>
                <a:spcPts val="0"/>
              </a:spcAft>
              <a:buSzPts val="6000"/>
              <a:buNone/>
              <a:defRPr/>
            </a:lvl7pPr>
            <a:lvl8pPr lvl="7">
              <a:spcBef>
                <a:spcPts val="0"/>
              </a:spcBef>
              <a:spcAft>
                <a:spcPts val="0"/>
              </a:spcAft>
              <a:buSzPts val="6000"/>
              <a:buNone/>
              <a:defRPr/>
            </a:lvl8pPr>
            <a:lvl9pPr lvl="8">
              <a:spcBef>
                <a:spcPts val="0"/>
              </a:spcBef>
              <a:spcAft>
                <a:spcPts val="0"/>
              </a:spcAft>
              <a:buSzPts val="6000"/>
              <a:buNone/>
              <a:defRPr/>
            </a:lvl9pPr>
          </a:lstStyle>
          <a:p>
            <a:endParaRPr/>
          </a:p>
        </p:txBody>
      </p:sp>
      <p:sp>
        <p:nvSpPr>
          <p:cNvPr id="83" name="Google Shape;83;p13"/>
          <p:cNvSpPr txBox="1">
            <a:spLocks noGrp="1"/>
          </p:cNvSpPr>
          <p:nvPr>
            <p:ph type="body" idx="1"/>
          </p:nvPr>
        </p:nvSpPr>
        <p:spPr>
          <a:xfrm>
            <a:off x="457200" y="1600200"/>
            <a:ext cx="8229600" cy="45261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2400"/>
              </a:spcBef>
              <a:spcAft>
                <a:spcPts val="0"/>
              </a:spcAft>
              <a:buClr>
                <a:schemeClr val="dk1"/>
              </a:buClr>
              <a:buSzPts val="1800"/>
              <a:buChar char="○"/>
              <a:defRPr/>
            </a:lvl2pPr>
            <a:lvl3pPr marL="1371600" lvl="2" indent="-342900" algn="l">
              <a:spcBef>
                <a:spcPts val="2400"/>
              </a:spcBef>
              <a:spcAft>
                <a:spcPts val="0"/>
              </a:spcAft>
              <a:buClr>
                <a:schemeClr val="dk1"/>
              </a:buClr>
              <a:buSzPts val="1800"/>
              <a:buChar char="■"/>
              <a:defRPr/>
            </a:lvl3pPr>
            <a:lvl4pPr marL="1828800" lvl="3" indent="-342900" algn="l">
              <a:spcBef>
                <a:spcPts val="2400"/>
              </a:spcBef>
              <a:spcAft>
                <a:spcPts val="0"/>
              </a:spcAft>
              <a:buClr>
                <a:schemeClr val="dk1"/>
              </a:buClr>
              <a:buSzPts val="1800"/>
              <a:buChar char="●"/>
              <a:defRPr/>
            </a:lvl4pPr>
            <a:lvl5pPr marL="2286000" lvl="4" indent="-342900" algn="l">
              <a:spcBef>
                <a:spcPts val="2400"/>
              </a:spcBef>
              <a:spcAft>
                <a:spcPts val="0"/>
              </a:spcAft>
              <a:buClr>
                <a:schemeClr val="dk1"/>
              </a:buClr>
              <a:buSzPts val="1800"/>
              <a:buChar char="○"/>
              <a:defRPr/>
            </a:lvl5pPr>
            <a:lvl6pPr marL="2743200" lvl="5" indent="-342900" algn="l">
              <a:spcBef>
                <a:spcPts val="2400"/>
              </a:spcBef>
              <a:spcAft>
                <a:spcPts val="0"/>
              </a:spcAft>
              <a:buClr>
                <a:schemeClr val="dk1"/>
              </a:buClr>
              <a:buSzPts val="1800"/>
              <a:buChar char="■"/>
              <a:defRPr/>
            </a:lvl6pPr>
            <a:lvl7pPr marL="3200400" lvl="6" indent="-342900" algn="l">
              <a:spcBef>
                <a:spcPts val="2400"/>
              </a:spcBef>
              <a:spcAft>
                <a:spcPts val="0"/>
              </a:spcAft>
              <a:buClr>
                <a:schemeClr val="dk1"/>
              </a:buClr>
              <a:buSzPts val="1800"/>
              <a:buChar char="●"/>
              <a:defRPr/>
            </a:lvl7pPr>
            <a:lvl8pPr marL="3657600" lvl="7" indent="-342900" algn="l">
              <a:spcBef>
                <a:spcPts val="2400"/>
              </a:spcBef>
              <a:spcAft>
                <a:spcPts val="0"/>
              </a:spcAft>
              <a:buClr>
                <a:schemeClr val="dk1"/>
              </a:buClr>
              <a:buSzPts val="1800"/>
              <a:buChar char="○"/>
              <a:defRPr/>
            </a:lvl8pPr>
            <a:lvl9pPr marL="4114800" lvl="8" indent="-342900" algn="l">
              <a:spcBef>
                <a:spcPts val="2400"/>
              </a:spcBef>
              <a:spcAft>
                <a:spcPts val="2400"/>
              </a:spcAft>
              <a:buClr>
                <a:schemeClr val="dk1"/>
              </a:buClr>
              <a:buSzPts val="1800"/>
              <a:buChar char="■"/>
              <a:defRPr/>
            </a:lvl9pPr>
          </a:lstStyle>
          <a:p>
            <a:endParaRPr/>
          </a:p>
        </p:txBody>
      </p:sp>
      <p:sp>
        <p:nvSpPr>
          <p:cNvPr id="84" name="Google Shape;84;p13"/>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3"/>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3"/>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rmAutofit lnSpcReduction="20000"/>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23400" y="820000"/>
            <a:ext cx="17041200" cy="1215600"/>
          </a:xfrm>
          <a:prstGeom prst="rect">
            <a:avLst/>
          </a:prstGeom>
          <a:noFill/>
          <a:ln>
            <a:noFill/>
          </a:ln>
        </p:spPr>
        <p:txBody>
          <a:bodyPr spcFirstLastPara="1" wrap="square" lIns="182850" tIns="182850" rIns="182850" bIns="182850" anchor="t" anchorCtr="0">
            <a:normAutofit/>
          </a:bodyPr>
          <a:lstStyle>
            <a:lvl1pPr lvl="0">
              <a:spcBef>
                <a:spcPts val="0"/>
              </a:spcBef>
              <a:spcAft>
                <a:spcPts val="0"/>
              </a:spcAft>
              <a:buClr>
                <a:schemeClr val="dk1"/>
              </a:buClr>
              <a:buSzPts val="6000"/>
              <a:buFont typeface="Roboto"/>
              <a:buNone/>
              <a:defRPr sz="6000">
                <a:solidFill>
                  <a:schemeClr val="dk1"/>
                </a:solidFill>
                <a:latin typeface="Roboto"/>
                <a:ea typeface="Roboto"/>
                <a:cs typeface="Roboto"/>
                <a:sym typeface="Roboto"/>
              </a:defRPr>
            </a:lvl1pPr>
            <a:lvl2pPr lvl="1">
              <a:spcBef>
                <a:spcPts val="0"/>
              </a:spcBef>
              <a:spcAft>
                <a:spcPts val="0"/>
              </a:spcAft>
              <a:buClr>
                <a:schemeClr val="dk1"/>
              </a:buClr>
              <a:buSzPts val="6000"/>
              <a:buFont typeface="Roboto"/>
              <a:buNone/>
              <a:defRPr sz="6000">
                <a:solidFill>
                  <a:schemeClr val="dk1"/>
                </a:solidFill>
                <a:latin typeface="Roboto"/>
                <a:ea typeface="Roboto"/>
                <a:cs typeface="Roboto"/>
                <a:sym typeface="Roboto"/>
              </a:defRPr>
            </a:lvl2pPr>
            <a:lvl3pPr lvl="2">
              <a:spcBef>
                <a:spcPts val="0"/>
              </a:spcBef>
              <a:spcAft>
                <a:spcPts val="0"/>
              </a:spcAft>
              <a:buClr>
                <a:schemeClr val="dk1"/>
              </a:buClr>
              <a:buSzPts val="6000"/>
              <a:buFont typeface="Roboto"/>
              <a:buNone/>
              <a:defRPr sz="6000">
                <a:solidFill>
                  <a:schemeClr val="dk1"/>
                </a:solidFill>
                <a:latin typeface="Roboto"/>
                <a:ea typeface="Roboto"/>
                <a:cs typeface="Roboto"/>
                <a:sym typeface="Roboto"/>
              </a:defRPr>
            </a:lvl3pPr>
            <a:lvl4pPr lvl="3">
              <a:spcBef>
                <a:spcPts val="0"/>
              </a:spcBef>
              <a:spcAft>
                <a:spcPts val="0"/>
              </a:spcAft>
              <a:buClr>
                <a:schemeClr val="dk1"/>
              </a:buClr>
              <a:buSzPts val="6000"/>
              <a:buFont typeface="Roboto"/>
              <a:buNone/>
              <a:defRPr sz="6000">
                <a:solidFill>
                  <a:schemeClr val="dk1"/>
                </a:solidFill>
                <a:latin typeface="Roboto"/>
                <a:ea typeface="Roboto"/>
                <a:cs typeface="Roboto"/>
                <a:sym typeface="Roboto"/>
              </a:defRPr>
            </a:lvl4pPr>
            <a:lvl5pPr lvl="4">
              <a:spcBef>
                <a:spcPts val="0"/>
              </a:spcBef>
              <a:spcAft>
                <a:spcPts val="0"/>
              </a:spcAft>
              <a:buClr>
                <a:schemeClr val="dk1"/>
              </a:buClr>
              <a:buSzPts val="6000"/>
              <a:buFont typeface="Roboto"/>
              <a:buNone/>
              <a:defRPr sz="6000">
                <a:solidFill>
                  <a:schemeClr val="dk1"/>
                </a:solidFill>
                <a:latin typeface="Roboto"/>
                <a:ea typeface="Roboto"/>
                <a:cs typeface="Roboto"/>
                <a:sym typeface="Roboto"/>
              </a:defRPr>
            </a:lvl5pPr>
            <a:lvl6pPr lvl="5">
              <a:spcBef>
                <a:spcPts val="0"/>
              </a:spcBef>
              <a:spcAft>
                <a:spcPts val="0"/>
              </a:spcAft>
              <a:buClr>
                <a:schemeClr val="dk1"/>
              </a:buClr>
              <a:buSzPts val="6000"/>
              <a:buFont typeface="Roboto"/>
              <a:buNone/>
              <a:defRPr sz="6000">
                <a:solidFill>
                  <a:schemeClr val="dk1"/>
                </a:solidFill>
                <a:latin typeface="Roboto"/>
                <a:ea typeface="Roboto"/>
                <a:cs typeface="Roboto"/>
                <a:sym typeface="Roboto"/>
              </a:defRPr>
            </a:lvl6pPr>
            <a:lvl7pPr lvl="6">
              <a:spcBef>
                <a:spcPts val="0"/>
              </a:spcBef>
              <a:spcAft>
                <a:spcPts val="0"/>
              </a:spcAft>
              <a:buClr>
                <a:schemeClr val="dk1"/>
              </a:buClr>
              <a:buSzPts val="6000"/>
              <a:buFont typeface="Roboto"/>
              <a:buNone/>
              <a:defRPr sz="6000">
                <a:solidFill>
                  <a:schemeClr val="dk1"/>
                </a:solidFill>
                <a:latin typeface="Roboto"/>
                <a:ea typeface="Roboto"/>
                <a:cs typeface="Roboto"/>
                <a:sym typeface="Roboto"/>
              </a:defRPr>
            </a:lvl7pPr>
            <a:lvl8pPr lvl="7">
              <a:spcBef>
                <a:spcPts val="0"/>
              </a:spcBef>
              <a:spcAft>
                <a:spcPts val="0"/>
              </a:spcAft>
              <a:buClr>
                <a:schemeClr val="dk1"/>
              </a:buClr>
              <a:buSzPts val="6000"/>
              <a:buFont typeface="Roboto"/>
              <a:buNone/>
              <a:defRPr sz="6000">
                <a:solidFill>
                  <a:schemeClr val="dk1"/>
                </a:solidFill>
                <a:latin typeface="Roboto"/>
                <a:ea typeface="Roboto"/>
                <a:cs typeface="Roboto"/>
                <a:sym typeface="Roboto"/>
              </a:defRPr>
            </a:lvl8pPr>
            <a:lvl9pPr lvl="8">
              <a:spcBef>
                <a:spcPts val="0"/>
              </a:spcBef>
              <a:spcAft>
                <a:spcPts val="0"/>
              </a:spcAft>
              <a:buClr>
                <a:schemeClr val="dk1"/>
              </a:buClr>
              <a:buSzPts val="6000"/>
              <a:buFont typeface="Roboto"/>
              <a:buNone/>
              <a:defRPr sz="6000">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623400" y="2459750"/>
            <a:ext cx="17041200" cy="6678000"/>
          </a:xfrm>
          <a:prstGeom prst="rect">
            <a:avLst/>
          </a:prstGeom>
          <a:noFill/>
          <a:ln>
            <a:noFill/>
          </a:ln>
        </p:spPr>
        <p:txBody>
          <a:bodyPr spcFirstLastPara="1" wrap="square" lIns="182850" tIns="182850" rIns="182850" bIns="182850" anchor="t" anchorCtr="0">
            <a:normAutofit/>
          </a:bodyPr>
          <a:lstStyle>
            <a:lvl1pPr marL="457200" lvl="0" indent="-457200">
              <a:lnSpc>
                <a:spcPct val="115000"/>
              </a:lnSpc>
              <a:spcBef>
                <a:spcPts val="0"/>
              </a:spcBef>
              <a:spcAft>
                <a:spcPts val="0"/>
              </a:spcAft>
              <a:buClr>
                <a:schemeClr val="dk2"/>
              </a:buClr>
              <a:buSzPts val="3600"/>
              <a:buFont typeface="Roboto"/>
              <a:buChar char="●"/>
              <a:defRPr sz="3600">
                <a:solidFill>
                  <a:schemeClr val="dk2"/>
                </a:solidFill>
                <a:latin typeface="Roboto"/>
                <a:ea typeface="Roboto"/>
                <a:cs typeface="Roboto"/>
                <a:sym typeface="Roboto"/>
              </a:defRPr>
            </a:lvl1pPr>
            <a:lvl2pPr marL="914400" lvl="1" indent="-406400">
              <a:lnSpc>
                <a:spcPct val="115000"/>
              </a:lnSpc>
              <a:spcBef>
                <a:spcPts val="0"/>
              </a:spcBef>
              <a:spcAft>
                <a:spcPts val="0"/>
              </a:spcAft>
              <a:buClr>
                <a:schemeClr val="dk2"/>
              </a:buClr>
              <a:buSzPts val="2800"/>
              <a:buFont typeface="Roboto"/>
              <a:buChar char="○"/>
              <a:defRPr sz="2800">
                <a:solidFill>
                  <a:schemeClr val="dk2"/>
                </a:solidFill>
                <a:latin typeface="Roboto"/>
                <a:ea typeface="Roboto"/>
                <a:cs typeface="Roboto"/>
                <a:sym typeface="Roboto"/>
              </a:defRPr>
            </a:lvl2pPr>
            <a:lvl3pPr marL="1371600" lvl="2" indent="-406400">
              <a:lnSpc>
                <a:spcPct val="115000"/>
              </a:lnSpc>
              <a:spcBef>
                <a:spcPts val="0"/>
              </a:spcBef>
              <a:spcAft>
                <a:spcPts val="0"/>
              </a:spcAft>
              <a:buClr>
                <a:schemeClr val="dk2"/>
              </a:buClr>
              <a:buSzPts val="2800"/>
              <a:buFont typeface="Roboto"/>
              <a:buChar char="■"/>
              <a:defRPr sz="2800">
                <a:solidFill>
                  <a:schemeClr val="dk2"/>
                </a:solidFill>
                <a:latin typeface="Roboto"/>
                <a:ea typeface="Roboto"/>
                <a:cs typeface="Roboto"/>
                <a:sym typeface="Roboto"/>
              </a:defRPr>
            </a:lvl3pPr>
            <a:lvl4pPr marL="1828800" lvl="3" indent="-406400">
              <a:lnSpc>
                <a:spcPct val="115000"/>
              </a:lnSpc>
              <a:spcBef>
                <a:spcPts val="0"/>
              </a:spcBef>
              <a:spcAft>
                <a:spcPts val="0"/>
              </a:spcAft>
              <a:buClr>
                <a:schemeClr val="dk2"/>
              </a:buClr>
              <a:buSzPts val="2800"/>
              <a:buFont typeface="Roboto"/>
              <a:buChar char="●"/>
              <a:defRPr sz="2800">
                <a:solidFill>
                  <a:schemeClr val="dk2"/>
                </a:solidFill>
                <a:latin typeface="Roboto"/>
                <a:ea typeface="Roboto"/>
                <a:cs typeface="Roboto"/>
                <a:sym typeface="Roboto"/>
              </a:defRPr>
            </a:lvl4pPr>
            <a:lvl5pPr marL="2286000" lvl="4" indent="-406400">
              <a:lnSpc>
                <a:spcPct val="115000"/>
              </a:lnSpc>
              <a:spcBef>
                <a:spcPts val="0"/>
              </a:spcBef>
              <a:spcAft>
                <a:spcPts val="0"/>
              </a:spcAft>
              <a:buClr>
                <a:schemeClr val="dk2"/>
              </a:buClr>
              <a:buSzPts val="2800"/>
              <a:buFont typeface="Roboto"/>
              <a:buChar char="○"/>
              <a:defRPr sz="2800">
                <a:solidFill>
                  <a:schemeClr val="dk2"/>
                </a:solidFill>
                <a:latin typeface="Roboto"/>
                <a:ea typeface="Roboto"/>
                <a:cs typeface="Roboto"/>
                <a:sym typeface="Roboto"/>
              </a:defRPr>
            </a:lvl5pPr>
            <a:lvl6pPr marL="2743200" lvl="5" indent="-406400">
              <a:lnSpc>
                <a:spcPct val="115000"/>
              </a:lnSpc>
              <a:spcBef>
                <a:spcPts val="0"/>
              </a:spcBef>
              <a:spcAft>
                <a:spcPts val="0"/>
              </a:spcAft>
              <a:buClr>
                <a:schemeClr val="dk2"/>
              </a:buClr>
              <a:buSzPts val="2800"/>
              <a:buFont typeface="Roboto"/>
              <a:buChar char="■"/>
              <a:defRPr sz="2800">
                <a:solidFill>
                  <a:schemeClr val="dk2"/>
                </a:solidFill>
                <a:latin typeface="Roboto"/>
                <a:ea typeface="Roboto"/>
                <a:cs typeface="Roboto"/>
                <a:sym typeface="Roboto"/>
              </a:defRPr>
            </a:lvl6pPr>
            <a:lvl7pPr marL="3200400" lvl="6" indent="-406400">
              <a:lnSpc>
                <a:spcPct val="115000"/>
              </a:lnSpc>
              <a:spcBef>
                <a:spcPts val="0"/>
              </a:spcBef>
              <a:spcAft>
                <a:spcPts val="0"/>
              </a:spcAft>
              <a:buClr>
                <a:schemeClr val="dk2"/>
              </a:buClr>
              <a:buSzPts val="2800"/>
              <a:buFont typeface="Roboto"/>
              <a:buChar char="●"/>
              <a:defRPr sz="2800">
                <a:solidFill>
                  <a:schemeClr val="dk2"/>
                </a:solidFill>
                <a:latin typeface="Roboto"/>
                <a:ea typeface="Roboto"/>
                <a:cs typeface="Roboto"/>
                <a:sym typeface="Roboto"/>
              </a:defRPr>
            </a:lvl7pPr>
            <a:lvl8pPr marL="3657600" lvl="7" indent="-406400">
              <a:lnSpc>
                <a:spcPct val="115000"/>
              </a:lnSpc>
              <a:spcBef>
                <a:spcPts val="0"/>
              </a:spcBef>
              <a:spcAft>
                <a:spcPts val="0"/>
              </a:spcAft>
              <a:buClr>
                <a:schemeClr val="dk2"/>
              </a:buClr>
              <a:buSzPts val="2800"/>
              <a:buFont typeface="Roboto"/>
              <a:buChar char="○"/>
              <a:defRPr sz="2800">
                <a:solidFill>
                  <a:schemeClr val="dk2"/>
                </a:solidFill>
                <a:latin typeface="Roboto"/>
                <a:ea typeface="Roboto"/>
                <a:cs typeface="Roboto"/>
                <a:sym typeface="Roboto"/>
              </a:defRPr>
            </a:lvl8pPr>
            <a:lvl9pPr marL="4114800" lvl="8" indent="-406400">
              <a:lnSpc>
                <a:spcPct val="115000"/>
              </a:lnSpc>
              <a:spcBef>
                <a:spcPts val="0"/>
              </a:spcBef>
              <a:spcAft>
                <a:spcPts val="0"/>
              </a:spcAft>
              <a:buClr>
                <a:schemeClr val="dk2"/>
              </a:buClr>
              <a:buSzPts val="2800"/>
              <a:buFont typeface="Roboto"/>
              <a:buChar char="■"/>
              <a:defRPr sz="2800">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16920863" y="9302380"/>
            <a:ext cx="1097400" cy="787200"/>
          </a:xfrm>
          <a:prstGeom prst="rect">
            <a:avLst/>
          </a:prstGeom>
          <a:noFill/>
          <a:ln>
            <a:noFill/>
          </a:ln>
        </p:spPr>
        <p:txBody>
          <a:bodyPr spcFirstLastPara="1" wrap="square" lIns="182850" tIns="182850" rIns="182850" bIns="182850" anchor="ctr" anchorCtr="0">
            <a:normAutofit/>
          </a:bodyPr>
          <a:lstStyle>
            <a:lvl1pPr lvl="0" algn="r">
              <a:buNone/>
              <a:defRPr sz="2000">
                <a:solidFill>
                  <a:schemeClr val="lt1"/>
                </a:solidFill>
                <a:latin typeface="Roboto"/>
                <a:ea typeface="Roboto"/>
                <a:cs typeface="Roboto"/>
                <a:sym typeface="Roboto"/>
              </a:defRPr>
            </a:lvl1pPr>
            <a:lvl2pPr lvl="1" algn="r">
              <a:buNone/>
              <a:defRPr sz="2000">
                <a:solidFill>
                  <a:schemeClr val="lt1"/>
                </a:solidFill>
                <a:latin typeface="Roboto"/>
                <a:ea typeface="Roboto"/>
                <a:cs typeface="Roboto"/>
                <a:sym typeface="Roboto"/>
              </a:defRPr>
            </a:lvl2pPr>
            <a:lvl3pPr lvl="2" algn="r">
              <a:buNone/>
              <a:defRPr sz="2000">
                <a:solidFill>
                  <a:schemeClr val="lt1"/>
                </a:solidFill>
                <a:latin typeface="Roboto"/>
                <a:ea typeface="Roboto"/>
                <a:cs typeface="Roboto"/>
                <a:sym typeface="Roboto"/>
              </a:defRPr>
            </a:lvl3pPr>
            <a:lvl4pPr lvl="3" algn="r">
              <a:buNone/>
              <a:defRPr sz="2000">
                <a:solidFill>
                  <a:schemeClr val="lt1"/>
                </a:solidFill>
                <a:latin typeface="Roboto"/>
                <a:ea typeface="Roboto"/>
                <a:cs typeface="Roboto"/>
                <a:sym typeface="Roboto"/>
              </a:defRPr>
            </a:lvl4pPr>
            <a:lvl5pPr lvl="4" algn="r">
              <a:buNone/>
              <a:defRPr sz="2000">
                <a:solidFill>
                  <a:schemeClr val="lt1"/>
                </a:solidFill>
                <a:latin typeface="Roboto"/>
                <a:ea typeface="Roboto"/>
                <a:cs typeface="Roboto"/>
                <a:sym typeface="Roboto"/>
              </a:defRPr>
            </a:lvl5pPr>
            <a:lvl6pPr lvl="5" algn="r">
              <a:buNone/>
              <a:defRPr sz="2000">
                <a:solidFill>
                  <a:schemeClr val="lt1"/>
                </a:solidFill>
                <a:latin typeface="Roboto"/>
                <a:ea typeface="Roboto"/>
                <a:cs typeface="Roboto"/>
                <a:sym typeface="Roboto"/>
              </a:defRPr>
            </a:lvl6pPr>
            <a:lvl7pPr lvl="6" algn="r">
              <a:buNone/>
              <a:defRPr sz="2000">
                <a:solidFill>
                  <a:schemeClr val="lt1"/>
                </a:solidFill>
                <a:latin typeface="Roboto"/>
                <a:ea typeface="Roboto"/>
                <a:cs typeface="Roboto"/>
                <a:sym typeface="Roboto"/>
              </a:defRPr>
            </a:lvl7pPr>
            <a:lvl8pPr lvl="7" algn="r">
              <a:buNone/>
              <a:defRPr sz="2000">
                <a:solidFill>
                  <a:schemeClr val="lt1"/>
                </a:solidFill>
                <a:latin typeface="Roboto"/>
                <a:ea typeface="Roboto"/>
                <a:cs typeface="Roboto"/>
                <a:sym typeface="Roboto"/>
              </a:defRPr>
            </a:lvl8pPr>
            <a:lvl9pPr lvl="8" algn="r">
              <a:buNone/>
              <a:defRPr sz="2000">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1.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4.xml"/><Relationship Id="rId1" Type="http://schemas.openxmlformats.org/officeDocument/2006/relationships/slideLayout" Target="../slideLayouts/slideLayout11.xml"/><Relationship Id="rId5" Type="http://schemas.openxmlformats.org/officeDocument/2006/relationships/image" Target="../media/image11.png"/><Relationship Id="rId4" Type="http://schemas.openxmlformats.org/officeDocument/2006/relationships/image" Target="../media/image10.jp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4"/>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18221"/>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2" name="Google Shape;92;p14"/>
          <p:cNvSpPr txBox="1"/>
          <p:nvPr/>
        </p:nvSpPr>
        <p:spPr>
          <a:xfrm>
            <a:off x="378450" y="7431450"/>
            <a:ext cx="9306300" cy="2695500"/>
          </a:xfrm>
          <a:prstGeom prst="rect">
            <a:avLst/>
          </a:prstGeom>
          <a:noFill/>
          <a:ln>
            <a:noFill/>
          </a:ln>
        </p:spPr>
        <p:txBody>
          <a:bodyPr spcFirstLastPara="1" wrap="square" lIns="0" tIns="0" rIns="0" bIns="0" anchor="t" anchorCtr="0">
            <a:spAutoFit/>
          </a:bodyPr>
          <a:lstStyle/>
          <a:p>
            <a:pPr marL="0" marR="0" lvl="0" indent="0" algn="l" rtl="0">
              <a:lnSpc>
                <a:spcPct val="77997"/>
              </a:lnSpc>
              <a:spcBef>
                <a:spcPts val="0"/>
              </a:spcBef>
              <a:spcAft>
                <a:spcPts val="0"/>
              </a:spcAft>
              <a:buNone/>
            </a:pPr>
            <a:r>
              <a:rPr lang="en-US" sz="5613" b="1">
                <a:solidFill>
                  <a:srgbClr val="FFFFFF"/>
                </a:solidFill>
                <a:latin typeface="Helvetica Neue"/>
                <a:ea typeface="Helvetica Neue"/>
                <a:cs typeface="Helvetica Neue"/>
                <a:sym typeface="Helvetica Neue"/>
              </a:rPr>
              <a:t>Flood monitoring and early warning system using Arduinio</a:t>
            </a:r>
            <a:endParaRPr/>
          </a:p>
          <a:p>
            <a:pPr marL="0" marR="0" lvl="0" indent="0" algn="l" rtl="0">
              <a:lnSpc>
                <a:spcPct val="77997"/>
              </a:lnSpc>
              <a:spcBef>
                <a:spcPts val="0"/>
              </a:spcBef>
              <a:spcAft>
                <a:spcPts val="0"/>
              </a:spcAft>
              <a:buNone/>
            </a:pPr>
            <a:endParaRPr sz="5613" b="1">
              <a:solidFill>
                <a:srgbClr val="FFFFFF"/>
              </a:solidFill>
              <a:latin typeface="Helvetica Neue"/>
              <a:ea typeface="Helvetica Neue"/>
              <a:cs typeface="Helvetica Neue"/>
              <a:sym typeface="Helvetica Neu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001F65"/>
            </a:gs>
            <a:gs pos="100000">
              <a:srgbClr val="6895FD"/>
            </a:gs>
          </a:gsLst>
          <a:lin ang="5400000" scaled="0"/>
        </a:gradFill>
        <a:effectLst/>
      </p:bgPr>
    </p:bg>
    <p:spTree>
      <p:nvGrpSpPr>
        <p:cNvPr id="1" name="Shape 96"/>
        <p:cNvGrpSpPr/>
        <p:nvPr/>
      </p:nvGrpSpPr>
      <p:grpSpPr>
        <a:xfrm>
          <a:off x="0" y="0"/>
          <a:ext cx="0" cy="0"/>
          <a:chOff x="0" y="0"/>
          <a:chExt cx="0" cy="0"/>
        </a:xfrm>
      </p:grpSpPr>
      <p:sp>
        <p:nvSpPr>
          <p:cNvPr id="97" name="Google Shape;97;p15"/>
          <p:cNvSpPr/>
          <p:nvPr/>
        </p:nvSpPr>
        <p:spPr>
          <a:xfrm>
            <a:off x="7417223" y="2"/>
            <a:ext cx="1915246" cy="1915246"/>
          </a:xfrm>
          <a:custGeom>
            <a:avLst/>
            <a:gdLst/>
            <a:ahLst/>
            <a:cxnLst/>
            <a:rect l="l" t="t" r="r" b="b"/>
            <a:pathLst>
              <a:path w="1915246" h="1915246" extrusionOk="0">
                <a:moveTo>
                  <a:pt x="0" y="0"/>
                </a:moveTo>
                <a:lnTo>
                  <a:pt x="1915246" y="0"/>
                </a:lnTo>
                <a:lnTo>
                  <a:pt x="1915246" y="1915246"/>
                </a:lnTo>
                <a:lnTo>
                  <a:pt x="0" y="1915246"/>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8" name="Google Shape;98;p15"/>
          <p:cNvSpPr txBox="1"/>
          <p:nvPr/>
        </p:nvSpPr>
        <p:spPr>
          <a:xfrm>
            <a:off x="720600" y="1763075"/>
            <a:ext cx="16846800" cy="723000"/>
          </a:xfrm>
          <a:prstGeom prst="rect">
            <a:avLst/>
          </a:prstGeom>
          <a:noFill/>
          <a:ln>
            <a:noFill/>
          </a:ln>
        </p:spPr>
        <p:txBody>
          <a:bodyPr spcFirstLastPara="1" wrap="square" lIns="0" tIns="0" rIns="0" bIns="0" anchor="t" anchorCtr="0">
            <a:spAutoFit/>
          </a:bodyPr>
          <a:lstStyle/>
          <a:p>
            <a:pPr marL="0" marR="0" lvl="0" indent="0" algn="l" rtl="0">
              <a:lnSpc>
                <a:spcPct val="109983"/>
              </a:lnSpc>
              <a:spcBef>
                <a:spcPts val="0"/>
              </a:spcBef>
              <a:spcAft>
                <a:spcPts val="0"/>
              </a:spcAft>
              <a:buNone/>
            </a:pPr>
            <a:r>
              <a:rPr lang="en-US" sz="4698" b="1">
                <a:solidFill>
                  <a:srgbClr val="3E8CCF"/>
                </a:solidFill>
                <a:latin typeface="Helvetica Neue"/>
                <a:ea typeface="Helvetica Neue"/>
                <a:cs typeface="Helvetica Neue"/>
                <a:sym typeface="Helvetica Neue"/>
              </a:rPr>
              <a:t>AMERICAN INTERNATIONAL UNIVERSITY-BANGLADESH</a:t>
            </a:r>
            <a:endParaRPr/>
          </a:p>
        </p:txBody>
      </p:sp>
      <p:sp>
        <p:nvSpPr>
          <p:cNvPr id="99" name="Google Shape;99;p15"/>
          <p:cNvSpPr txBox="1"/>
          <p:nvPr/>
        </p:nvSpPr>
        <p:spPr>
          <a:xfrm>
            <a:off x="1605698" y="2773650"/>
            <a:ext cx="13931400" cy="3865800"/>
          </a:xfrm>
          <a:prstGeom prst="rect">
            <a:avLst/>
          </a:prstGeom>
          <a:noFill/>
          <a:ln>
            <a:noFill/>
          </a:ln>
        </p:spPr>
        <p:txBody>
          <a:bodyPr spcFirstLastPara="1" wrap="square" lIns="0" tIns="0" rIns="0" bIns="0" anchor="t" anchorCtr="0">
            <a:spAutoFit/>
          </a:bodyPr>
          <a:lstStyle/>
          <a:p>
            <a:pPr marL="0" marR="0" lvl="0" indent="0" algn="l" rtl="0">
              <a:lnSpc>
                <a:spcPct val="85555"/>
              </a:lnSpc>
              <a:spcBef>
                <a:spcPts val="0"/>
              </a:spcBef>
              <a:spcAft>
                <a:spcPts val="0"/>
              </a:spcAft>
              <a:buNone/>
            </a:pPr>
            <a:endParaRPr sz="1200">
              <a:solidFill>
                <a:schemeClr val="dk1"/>
              </a:solidFill>
              <a:latin typeface="Calibri"/>
              <a:ea typeface="Calibri"/>
              <a:cs typeface="Calibri"/>
              <a:sym typeface="Calibri"/>
            </a:endParaRPr>
          </a:p>
          <a:p>
            <a:pPr marL="0" marR="0" lvl="0" indent="0" algn="ctr" rtl="0">
              <a:lnSpc>
                <a:spcPct val="110002"/>
              </a:lnSpc>
              <a:spcBef>
                <a:spcPts val="0"/>
              </a:spcBef>
              <a:spcAft>
                <a:spcPts val="0"/>
              </a:spcAft>
              <a:buNone/>
            </a:pPr>
            <a:r>
              <a:rPr lang="en-US" sz="2799">
                <a:solidFill>
                  <a:schemeClr val="lt1"/>
                </a:solidFill>
                <a:latin typeface="Times New Roman"/>
                <a:ea typeface="Times New Roman"/>
                <a:cs typeface="Times New Roman"/>
                <a:sym typeface="Times New Roman"/>
              </a:rPr>
              <a:t>Course Code: EEE 4103</a:t>
            </a:r>
            <a:endParaRPr sz="800">
              <a:solidFill>
                <a:schemeClr val="lt1"/>
              </a:solidFill>
              <a:latin typeface="Times New Roman"/>
              <a:ea typeface="Times New Roman"/>
              <a:cs typeface="Times New Roman"/>
              <a:sym typeface="Times New Roman"/>
            </a:endParaRPr>
          </a:p>
          <a:p>
            <a:pPr marL="0" marR="0" lvl="0" indent="0" algn="ctr" rtl="0">
              <a:lnSpc>
                <a:spcPct val="110002"/>
              </a:lnSpc>
              <a:spcBef>
                <a:spcPts val="0"/>
              </a:spcBef>
              <a:spcAft>
                <a:spcPts val="0"/>
              </a:spcAft>
              <a:buNone/>
            </a:pPr>
            <a:r>
              <a:rPr lang="en-US" sz="2799">
                <a:solidFill>
                  <a:schemeClr val="lt1"/>
                </a:solidFill>
                <a:latin typeface="Times New Roman"/>
                <a:ea typeface="Times New Roman"/>
                <a:cs typeface="Times New Roman"/>
                <a:sym typeface="Times New Roman"/>
              </a:rPr>
              <a:t>Course Name:</a:t>
            </a:r>
            <a:endParaRPr sz="800">
              <a:solidFill>
                <a:schemeClr val="lt1"/>
              </a:solidFill>
              <a:latin typeface="Times New Roman"/>
              <a:ea typeface="Times New Roman"/>
              <a:cs typeface="Times New Roman"/>
              <a:sym typeface="Times New Roman"/>
            </a:endParaRPr>
          </a:p>
          <a:p>
            <a:pPr marL="0" marR="0" lvl="0" indent="0" algn="ctr" rtl="0">
              <a:lnSpc>
                <a:spcPct val="110002"/>
              </a:lnSpc>
              <a:spcBef>
                <a:spcPts val="0"/>
              </a:spcBef>
              <a:spcAft>
                <a:spcPts val="0"/>
              </a:spcAft>
              <a:buNone/>
            </a:pPr>
            <a:r>
              <a:rPr lang="en-US" sz="2799">
                <a:solidFill>
                  <a:schemeClr val="lt1"/>
                </a:solidFill>
                <a:latin typeface="Times New Roman"/>
                <a:ea typeface="Times New Roman"/>
                <a:cs typeface="Times New Roman"/>
                <a:sym typeface="Times New Roman"/>
              </a:rPr>
              <a:t>Microprocessor and Embedded Systems</a:t>
            </a:r>
            <a:r>
              <a:rPr lang="en-US" sz="800">
                <a:solidFill>
                  <a:schemeClr val="lt1"/>
                </a:solidFill>
                <a:latin typeface="Times New Roman"/>
                <a:ea typeface="Times New Roman"/>
                <a:cs typeface="Times New Roman"/>
                <a:sym typeface="Times New Roman"/>
              </a:rPr>
              <a:t> </a:t>
            </a:r>
            <a:r>
              <a:rPr lang="en-US" sz="2799">
                <a:solidFill>
                  <a:schemeClr val="lt1"/>
                </a:solidFill>
                <a:latin typeface="Times New Roman"/>
                <a:ea typeface="Times New Roman"/>
                <a:cs typeface="Times New Roman"/>
                <a:sym typeface="Times New Roman"/>
              </a:rPr>
              <a:t> [U]</a:t>
            </a:r>
            <a:endParaRPr sz="800">
              <a:solidFill>
                <a:schemeClr val="lt1"/>
              </a:solidFill>
              <a:latin typeface="Times New Roman"/>
              <a:ea typeface="Times New Roman"/>
              <a:cs typeface="Times New Roman"/>
              <a:sym typeface="Times New Roman"/>
            </a:endParaRPr>
          </a:p>
          <a:p>
            <a:pPr marL="0" marR="0" lvl="0" indent="0" algn="ctr" rtl="0">
              <a:lnSpc>
                <a:spcPct val="110002"/>
              </a:lnSpc>
              <a:spcBef>
                <a:spcPts val="0"/>
              </a:spcBef>
              <a:spcAft>
                <a:spcPts val="0"/>
              </a:spcAft>
              <a:buNone/>
            </a:pPr>
            <a:r>
              <a:rPr lang="en-US" sz="2799">
                <a:solidFill>
                  <a:schemeClr val="lt1"/>
                </a:solidFill>
                <a:latin typeface="Times New Roman"/>
                <a:ea typeface="Times New Roman"/>
                <a:cs typeface="Times New Roman"/>
                <a:sym typeface="Times New Roman"/>
              </a:rPr>
              <a:t>Course Teacher: DEBRAJ DAS</a:t>
            </a:r>
            <a:endParaRPr sz="800">
              <a:solidFill>
                <a:schemeClr val="lt1"/>
              </a:solidFill>
              <a:latin typeface="Times New Roman"/>
              <a:ea typeface="Times New Roman"/>
              <a:cs typeface="Times New Roman"/>
              <a:sym typeface="Times New Roman"/>
            </a:endParaRPr>
          </a:p>
          <a:p>
            <a:pPr marL="0" marR="0" lvl="0" indent="0" algn="ctr" rtl="0">
              <a:lnSpc>
                <a:spcPct val="110002"/>
              </a:lnSpc>
              <a:spcBef>
                <a:spcPts val="0"/>
              </a:spcBef>
              <a:spcAft>
                <a:spcPts val="0"/>
              </a:spcAft>
              <a:buNone/>
            </a:pPr>
            <a:r>
              <a:rPr lang="en-US" sz="2799">
                <a:solidFill>
                  <a:schemeClr val="lt1"/>
                </a:solidFill>
                <a:latin typeface="Times New Roman"/>
                <a:ea typeface="Times New Roman"/>
                <a:cs typeface="Times New Roman"/>
                <a:sym typeface="Times New Roman"/>
              </a:rPr>
              <a:t>Lecturer</a:t>
            </a:r>
            <a:endParaRPr sz="800">
              <a:solidFill>
                <a:schemeClr val="lt1"/>
              </a:solidFill>
              <a:latin typeface="Times New Roman"/>
              <a:ea typeface="Times New Roman"/>
              <a:cs typeface="Times New Roman"/>
              <a:sym typeface="Times New Roman"/>
            </a:endParaRPr>
          </a:p>
          <a:p>
            <a:pPr marL="0" marR="0" lvl="0" indent="0" algn="ctr" rtl="0">
              <a:lnSpc>
                <a:spcPct val="110002"/>
              </a:lnSpc>
              <a:spcBef>
                <a:spcPts val="0"/>
              </a:spcBef>
              <a:spcAft>
                <a:spcPts val="0"/>
              </a:spcAft>
              <a:buNone/>
            </a:pPr>
            <a:r>
              <a:rPr lang="en-US" sz="2799">
                <a:solidFill>
                  <a:schemeClr val="lt1"/>
                </a:solidFill>
                <a:latin typeface="Times New Roman"/>
                <a:ea typeface="Times New Roman"/>
                <a:cs typeface="Times New Roman"/>
                <a:sym typeface="Times New Roman"/>
              </a:rPr>
              <a:t>Department of Electrical and Electronic Engineering</a:t>
            </a:r>
            <a:endParaRPr sz="800">
              <a:solidFill>
                <a:schemeClr val="lt1"/>
              </a:solidFill>
              <a:latin typeface="Times New Roman"/>
              <a:ea typeface="Times New Roman"/>
              <a:cs typeface="Times New Roman"/>
              <a:sym typeface="Times New Roman"/>
            </a:endParaRPr>
          </a:p>
          <a:p>
            <a:pPr marL="0" marR="0" lvl="0" indent="0" algn="l" rtl="0">
              <a:lnSpc>
                <a:spcPct val="110002"/>
              </a:lnSpc>
              <a:spcBef>
                <a:spcPts val="0"/>
              </a:spcBef>
              <a:spcAft>
                <a:spcPts val="0"/>
              </a:spcAft>
              <a:buNone/>
            </a:pPr>
            <a:endParaRPr sz="2799">
              <a:solidFill>
                <a:schemeClr val="lt1"/>
              </a:solidFill>
              <a:latin typeface="Helvetica Neue"/>
              <a:ea typeface="Helvetica Neue"/>
              <a:cs typeface="Helvetica Neue"/>
              <a:sym typeface="Helvetica Neue"/>
            </a:endParaRPr>
          </a:p>
          <a:p>
            <a:pPr marL="0" marR="0" lvl="0" indent="0" algn="l" rtl="0">
              <a:lnSpc>
                <a:spcPct val="45307"/>
              </a:lnSpc>
              <a:spcBef>
                <a:spcPts val="0"/>
              </a:spcBef>
              <a:spcAft>
                <a:spcPts val="0"/>
              </a:spcAft>
              <a:buNone/>
            </a:pPr>
            <a:endParaRPr sz="2799">
              <a:solidFill>
                <a:schemeClr val="lt1"/>
              </a:solidFill>
              <a:latin typeface="Helvetica Neue"/>
              <a:ea typeface="Helvetica Neue"/>
              <a:cs typeface="Helvetica Neue"/>
              <a:sym typeface="Helvetica Neue"/>
            </a:endParaRPr>
          </a:p>
          <a:p>
            <a:pPr marL="0" marR="0" lvl="0" indent="0" algn="l" rtl="0">
              <a:lnSpc>
                <a:spcPct val="45307"/>
              </a:lnSpc>
              <a:spcBef>
                <a:spcPts val="0"/>
              </a:spcBef>
              <a:spcAft>
                <a:spcPts val="0"/>
              </a:spcAft>
              <a:buNone/>
            </a:pPr>
            <a:endParaRPr sz="2799">
              <a:solidFill>
                <a:srgbClr val="000000"/>
              </a:solidFill>
              <a:latin typeface="Helvetica Neue"/>
              <a:ea typeface="Helvetica Neue"/>
              <a:cs typeface="Helvetica Neue"/>
              <a:sym typeface="Helvetica Neue"/>
            </a:endParaRPr>
          </a:p>
        </p:txBody>
      </p:sp>
      <p:grpSp>
        <p:nvGrpSpPr>
          <p:cNvPr id="100" name="Google Shape;100;p15"/>
          <p:cNvGrpSpPr/>
          <p:nvPr/>
        </p:nvGrpSpPr>
        <p:grpSpPr>
          <a:xfrm>
            <a:off x="5352550" y="5733550"/>
            <a:ext cx="6536112" cy="4387568"/>
            <a:chOff x="0" y="825"/>
            <a:chExt cx="10069500" cy="6759464"/>
          </a:xfrm>
        </p:grpSpPr>
        <p:cxnSp>
          <p:nvCxnSpPr>
            <p:cNvPr id="101" name="Google Shape;101;p15"/>
            <p:cNvCxnSpPr/>
            <p:nvPr/>
          </p:nvCxnSpPr>
          <p:spPr>
            <a:xfrm>
              <a:off x="0" y="825"/>
              <a:ext cx="10069448" cy="0"/>
            </a:xfrm>
            <a:prstGeom prst="straightConnector1">
              <a:avLst/>
            </a:prstGeom>
            <a:solidFill>
              <a:srgbClr val="4F80BD"/>
            </a:solidFill>
            <a:ln w="16500" cap="flat" cmpd="sng">
              <a:solidFill>
                <a:srgbClr val="4F80BD"/>
              </a:solidFill>
              <a:prstDash val="solid"/>
              <a:round/>
              <a:headEnd type="none" w="sm" len="sm"/>
              <a:tailEnd type="none" w="sm" len="sm"/>
            </a:ln>
          </p:spPr>
        </p:cxnSp>
        <p:sp>
          <p:nvSpPr>
            <p:cNvPr id="102" name="Google Shape;102;p15"/>
            <p:cNvSpPr/>
            <p:nvPr/>
          </p:nvSpPr>
          <p:spPr>
            <a:xfrm>
              <a:off x="0" y="825"/>
              <a:ext cx="10069448" cy="965637"/>
            </a:xfrm>
            <a:prstGeom prst="rect">
              <a:avLst/>
            </a:prstGeom>
            <a:noFill/>
            <a:ln>
              <a:noFill/>
            </a:ln>
          </p:spPr>
          <p:txBody>
            <a:bodyPr spcFirstLastPara="1" wrap="square" lIns="59350" tIns="59350" rIns="59350" bIns="59350" anchor="ctr" anchorCtr="0">
              <a:noAutofit/>
            </a:bodyPr>
            <a:lstStyle/>
            <a:p>
              <a:pPr marL="0" lvl="0" indent="0" algn="l" rtl="0">
                <a:spcBef>
                  <a:spcPts val="0"/>
                </a:spcBef>
                <a:spcAft>
                  <a:spcPts val="0"/>
                </a:spcAft>
                <a:buNone/>
              </a:pPr>
              <a:endParaRPr/>
            </a:p>
          </p:txBody>
        </p:sp>
        <p:sp>
          <p:nvSpPr>
            <p:cNvPr id="103" name="Google Shape;103;p15"/>
            <p:cNvSpPr txBox="1"/>
            <p:nvPr/>
          </p:nvSpPr>
          <p:spPr>
            <a:xfrm>
              <a:off x="0" y="825"/>
              <a:ext cx="10069500" cy="965700"/>
            </a:xfrm>
            <a:prstGeom prst="rect">
              <a:avLst/>
            </a:prstGeom>
            <a:noFill/>
            <a:ln>
              <a:noFill/>
            </a:ln>
          </p:spPr>
          <p:txBody>
            <a:bodyPr spcFirstLastPara="1" wrap="square" lIns="86600" tIns="86600" rIns="86600" bIns="86600" anchor="t" anchorCtr="0">
              <a:noAutofit/>
            </a:bodyPr>
            <a:lstStyle/>
            <a:p>
              <a:pPr marL="0" marR="0" lvl="0" indent="0" algn="l" rtl="0">
                <a:lnSpc>
                  <a:spcPct val="90000"/>
                </a:lnSpc>
                <a:spcBef>
                  <a:spcPts val="0"/>
                </a:spcBef>
                <a:spcAft>
                  <a:spcPts val="0"/>
                </a:spcAft>
                <a:buClr>
                  <a:schemeClr val="dk1"/>
                </a:buClr>
                <a:buSzPts val="2272"/>
                <a:buFont typeface="Calibri"/>
                <a:buNone/>
              </a:pPr>
              <a:r>
                <a:rPr lang="en-US" sz="2272" b="1">
                  <a:solidFill>
                    <a:schemeClr val="lt1"/>
                  </a:solidFill>
                  <a:latin typeface="Calibri"/>
                  <a:ea typeface="Calibri"/>
                  <a:cs typeface="Calibri"/>
                  <a:sym typeface="Calibri"/>
                </a:rPr>
                <a:t>Group Members:</a:t>
              </a:r>
              <a:endParaRPr sz="2272">
                <a:solidFill>
                  <a:schemeClr val="lt1"/>
                </a:solidFill>
                <a:latin typeface="Calibri"/>
                <a:ea typeface="Calibri"/>
                <a:cs typeface="Calibri"/>
                <a:sym typeface="Calibri"/>
              </a:endParaRPr>
            </a:p>
          </p:txBody>
        </p:sp>
        <p:cxnSp>
          <p:nvCxnSpPr>
            <p:cNvPr id="104" name="Google Shape;104;p15"/>
            <p:cNvCxnSpPr/>
            <p:nvPr/>
          </p:nvCxnSpPr>
          <p:spPr>
            <a:xfrm>
              <a:off x="0" y="966463"/>
              <a:ext cx="10069448" cy="0"/>
            </a:xfrm>
            <a:prstGeom prst="straightConnector1">
              <a:avLst/>
            </a:prstGeom>
            <a:solidFill>
              <a:srgbClr val="4F80BD"/>
            </a:solidFill>
            <a:ln w="16500" cap="flat" cmpd="sng">
              <a:solidFill>
                <a:srgbClr val="4F80BD"/>
              </a:solidFill>
              <a:prstDash val="solid"/>
              <a:round/>
              <a:headEnd type="none" w="sm" len="sm"/>
              <a:tailEnd type="none" w="sm" len="sm"/>
            </a:ln>
          </p:spPr>
        </p:cxnSp>
        <p:sp>
          <p:nvSpPr>
            <p:cNvPr id="105" name="Google Shape;105;p15"/>
            <p:cNvSpPr/>
            <p:nvPr/>
          </p:nvSpPr>
          <p:spPr>
            <a:xfrm>
              <a:off x="0" y="966463"/>
              <a:ext cx="10069448" cy="965637"/>
            </a:xfrm>
            <a:prstGeom prst="rect">
              <a:avLst/>
            </a:prstGeom>
            <a:noFill/>
            <a:ln>
              <a:noFill/>
            </a:ln>
          </p:spPr>
          <p:txBody>
            <a:bodyPr spcFirstLastPara="1" wrap="square" lIns="59350" tIns="59350" rIns="59350" bIns="59350" anchor="ctr" anchorCtr="0">
              <a:noAutofit/>
            </a:bodyPr>
            <a:lstStyle/>
            <a:p>
              <a:pPr marL="0" lvl="0" indent="0" algn="l" rtl="0">
                <a:spcBef>
                  <a:spcPts val="0"/>
                </a:spcBef>
                <a:spcAft>
                  <a:spcPts val="0"/>
                </a:spcAft>
                <a:buNone/>
              </a:pPr>
              <a:endParaRPr/>
            </a:p>
          </p:txBody>
        </p:sp>
        <p:sp>
          <p:nvSpPr>
            <p:cNvPr id="106" name="Google Shape;106;p15"/>
            <p:cNvSpPr txBox="1"/>
            <p:nvPr/>
          </p:nvSpPr>
          <p:spPr>
            <a:xfrm>
              <a:off x="0" y="966463"/>
              <a:ext cx="10069448" cy="965637"/>
            </a:xfrm>
            <a:prstGeom prst="rect">
              <a:avLst/>
            </a:prstGeom>
            <a:noFill/>
            <a:ln>
              <a:noFill/>
            </a:ln>
          </p:spPr>
          <p:txBody>
            <a:bodyPr spcFirstLastPara="1" wrap="square" lIns="86600" tIns="86600" rIns="86600" bIns="86600" anchor="t" anchorCtr="0">
              <a:noAutofit/>
            </a:bodyPr>
            <a:lstStyle/>
            <a:p>
              <a:pPr marL="0" marR="0" lvl="0" indent="0" algn="l" rtl="0">
                <a:lnSpc>
                  <a:spcPct val="90000"/>
                </a:lnSpc>
                <a:spcBef>
                  <a:spcPts val="0"/>
                </a:spcBef>
                <a:spcAft>
                  <a:spcPts val="0"/>
                </a:spcAft>
                <a:buClr>
                  <a:schemeClr val="dk1"/>
                </a:buClr>
                <a:buSzPts val="2272"/>
                <a:buFont typeface="Calibri"/>
                <a:buNone/>
              </a:pPr>
              <a:r>
                <a:rPr lang="en-US" sz="2272" b="1">
                  <a:solidFill>
                    <a:schemeClr val="lt1"/>
                  </a:solidFill>
                  <a:latin typeface="Calibri"/>
                  <a:ea typeface="Calibri"/>
                  <a:cs typeface="Calibri"/>
                  <a:sym typeface="Calibri"/>
                </a:rPr>
                <a:t>Name                                              ID                   Program</a:t>
              </a:r>
              <a:endParaRPr sz="2272">
                <a:solidFill>
                  <a:schemeClr val="lt1"/>
                </a:solidFill>
                <a:latin typeface="Calibri"/>
                <a:ea typeface="Calibri"/>
                <a:cs typeface="Calibri"/>
                <a:sym typeface="Calibri"/>
              </a:endParaRPr>
            </a:p>
          </p:txBody>
        </p:sp>
        <p:cxnSp>
          <p:nvCxnSpPr>
            <p:cNvPr id="107" name="Google Shape;107;p15"/>
            <p:cNvCxnSpPr/>
            <p:nvPr/>
          </p:nvCxnSpPr>
          <p:spPr>
            <a:xfrm>
              <a:off x="0" y="1932101"/>
              <a:ext cx="10069448" cy="0"/>
            </a:xfrm>
            <a:prstGeom prst="straightConnector1">
              <a:avLst/>
            </a:prstGeom>
            <a:solidFill>
              <a:srgbClr val="4F80BD"/>
            </a:solidFill>
            <a:ln w="16500" cap="flat" cmpd="sng">
              <a:solidFill>
                <a:srgbClr val="4F80BD"/>
              </a:solidFill>
              <a:prstDash val="solid"/>
              <a:round/>
              <a:headEnd type="none" w="sm" len="sm"/>
              <a:tailEnd type="none" w="sm" len="sm"/>
            </a:ln>
          </p:spPr>
        </p:cxnSp>
        <p:sp>
          <p:nvSpPr>
            <p:cNvPr id="108" name="Google Shape;108;p15"/>
            <p:cNvSpPr/>
            <p:nvPr/>
          </p:nvSpPr>
          <p:spPr>
            <a:xfrm>
              <a:off x="0" y="1932101"/>
              <a:ext cx="10069448" cy="965637"/>
            </a:xfrm>
            <a:prstGeom prst="rect">
              <a:avLst/>
            </a:prstGeom>
            <a:noFill/>
            <a:ln>
              <a:noFill/>
            </a:ln>
          </p:spPr>
          <p:txBody>
            <a:bodyPr spcFirstLastPara="1" wrap="square" lIns="59350" tIns="59350" rIns="59350" bIns="59350" anchor="ctr" anchorCtr="0">
              <a:noAutofit/>
            </a:bodyPr>
            <a:lstStyle/>
            <a:p>
              <a:pPr marL="0" lvl="0" indent="0" algn="l" rtl="0">
                <a:spcBef>
                  <a:spcPts val="0"/>
                </a:spcBef>
                <a:spcAft>
                  <a:spcPts val="0"/>
                </a:spcAft>
                <a:buNone/>
              </a:pPr>
              <a:endParaRPr/>
            </a:p>
          </p:txBody>
        </p:sp>
        <p:sp>
          <p:nvSpPr>
            <p:cNvPr id="109" name="Google Shape;109;p15"/>
            <p:cNvSpPr txBox="1"/>
            <p:nvPr/>
          </p:nvSpPr>
          <p:spPr>
            <a:xfrm>
              <a:off x="0" y="1932101"/>
              <a:ext cx="10069448" cy="965637"/>
            </a:xfrm>
            <a:prstGeom prst="rect">
              <a:avLst/>
            </a:prstGeom>
            <a:noFill/>
            <a:ln>
              <a:noFill/>
            </a:ln>
          </p:spPr>
          <p:txBody>
            <a:bodyPr spcFirstLastPara="1" wrap="square" lIns="86600" tIns="86600" rIns="86600" bIns="86600" anchor="t" anchorCtr="0">
              <a:noAutofit/>
            </a:bodyPr>
            <a:lstStyle/>
            <a:p>
              <a:pPr marL="0" marR="0" lvl="0" indent="0" algn="l" rtl="0">
                <a:lnSpc>
                  <a:spcPct val="90000"/>
                </a:lnSpc>
                <a:spcBef>
                  <a:spcPts val="0"/>
                </a:spcBef>
                <a:spcAft>
                  <a:spcPts val="0"/>
                </a:spcAft>
                <a:buClr>
                  <a:schemeClr val="dk1"/>
                </a:buClr>
                <a:buSzPts val="2272"/>
                <a:buFont typeface="Calibri"/>
                <a:buNone/>
              </a:pPr>
              <a:r>
                <a:rPr lang="en-US" sz="2272" b="1">
                  <a:solidFill>
                    <a:schemeClr val="lt1"/>
                  </a:solidFill>
                  <a:latin typeface="Calibri"/>
                  <a:ea typeface="Calibri"/>
                  <a:cs typeface="Calibri"/>
                  <a:sym typeface="Calibri"/>
                </a:rPr>
                <a:t>1.Zarin Anan                            23-55874-3       BSc [CSE]</a:t>
              </a:r>
              <a:endParaRPr sz="2272">
                <a:solidFill>
                  <a:schemeClr val="lt1"/>
                </a:solidFill>
                <a:latin typeface="Calibri"/>
                <a:ea typeface="Calibri"/>
                <a:cs typeface="Calibri"/>
                <a:sym typeface="Calibri"/>
              </a:endParaRPr>
            </a:p>
          </p:txBody>
        </p:sp>
        <p:cxnSp>
          <p:nvCxnSpPr>
            <p:cNvPr id="110" name="Google Shape;110;p15"/>
            <p:cNvCxnSpPr/>
            <p:nvPr/>
          </p:nvCxnSpPr>
          <p:spPr>
            <a:xfrm>
              <a:off x="0" y="2897739"/>
              <a:ext cx="10069448" cy="0"/>
            </a:xfrm>
            <a:prstGeom prst="straightConnector1">
              <a:avLst/>
            </a:prstGeom>
            <a:solidFill>
              <a:srgbClr val="4F80BD"/>
            </a:solidFill>
            <a:ln w="16500" cap="flat" cmpd="sng">
              <a:solidFill>
                <a:srgbClr val="4F80BD"/>
              </a:solidFill>
              <a:prstDash val="solid"/>
              <a:round/>
              <a:headEnd type="none" w="sm" len="sm"/>
              <a:tailEnd type="none" w="sm" len="sm"/>
            </a:ln>
          </p:spPr>
        </p:cxnSp>
        <p:sp>
          <p:nvSpPr>
            <p:cNvPr id="111" name="Google Shape;111;p15"/>
            <p:cNvSpPr/>
            <p:nvPr/>
          </p:nvSpPr>
          <p:spPr>
            <a:xfrm>
              <a:off x="0" y="2897739"/>
              <a:ext cx="10069448" cy="965637"/>
            </a:xfrm>
            <a:prstGeom prst="rect">
              <a:avLst/>
            </a:prstGeom>
            <a:noFill/>
            <a:ln>
              <a:noFill/>
            </a:ln>
          </p:spPr>
          <p:txBody>
            <a:bodyPr spcFirstLastPara="1" wrap="square" lIns="59350" tIns="59350" rIns="59350" bIns="59350" anchor="ctr" anchorCtr="0">
              <a:noAutofit/>
            </a:bodyPr>
            <a:lstStyle/>
            <a:p>
              <a:pPr marL="0" lvl="0" indent="0" algn="l" rtl="0">
                <a:spcBef>
                  <a:spcPts val="0"/>
                </a:spcBef>
                <a:spcAft>
                  <a:spcPts val="0"/>
                </a:spcAft>
                <a:buNone/>
              </a:pPr>
              <a:endParaRPr/>
            </a:p>
          </p:txBody>
        </p:sp>
        <p:sp>
          <p:nvSpPr>
            <p:cNvPr id="112" name="Google Shape;112;p15"/>
            <p:cNvSpPr txBox="1"/>
            <p:nvPr/>
          </p:nvSpPr>
          <p:spPr>
            <a:xfrm>
              <a:off x="0" y="2897739"/>
              <a:ext cx="10069448" cy="965637"/>
            </a:xfrm>
            <a:prstGeom prst="rect">
              <a:avLst/>
            </a:prstGeom>
            <a:noFill/>
            <a:ln>
              <a:noFill/>
            </a:ln>
          </p:spPr>
          <p:txBody>
            <a:bodyPr spcFirstLastPara="1" wrap="square" lIns="86600" tIns="86600" rIns="86600" bIns="86600" anchor="t" anchorCtr="0">
              <a:noAutofit/>
            </a:bodyPr>
            <a:lstStyle/>
            <a:p>
              <a:pPr marL="0" marR="0" lvl="0" indent="0" algn="l" rtl="0">
                <a:lnSpc>
                  <a:spcPct val="90000"/>
                </a:lnSpc>
                <a:spcBef>
                  <a:spcPts val="0"/>
                </a:spcBef>
                <a:spcAft>
                  <a:spcPts val="0"/>
                </a:spcAft>
                <a:buClr>
                  <a:schemeClr val="dk1"/>
                </a:buClr>
                <a:buSzPts val="2272"/>
                <a:buFont typeface="Calibri"/>
                <a:buNone/>
              </a:pPr>
              <a:r>
                <a:rPr lang="en-US" sz="2272" b="1">
                  <a:solidFill>
                    <a:schemeClr val="lt1"/>
                  </a:solidFill>
                  <a:latin typeface="Calibri"/>
                  <a:ea typeface="Calibri"/>
                  <a:cs typeface="Calibri"/>
                  <a:sym typeface="Calibri"/>
                </a:rPr>
                <a:t>2.Tajmun Nahar Tisha            23-54386-3       BSc [CSE]</a:t>
              </a:r>
              <a:endParaRPr sz="2272">
                <a:solidFill>
                  <a:schemeClr val="lt1"/>
                </a:solidFill>
                <a:latin typeface="Calibri"/>
                <a:ea typeface="Calibri"/>
                <a:cs typeface="Calibri"/>
                <a:sym typeface="Calibri"/>
              </a:endParaRPr>
            </a:p>
          </p:txBody>
        </p:sp>
        <p:cxnSp>
          <p:nvCxnSpPr>
            <p:cNvPr id="113" name="Google Shape;113;p15"/>
            <p:cNvCxnSpPr/>
            <p:nvPr/>
          </p:nvCxnSpPr>
          <p:spPr>
            <a:xfrm>
              <a:off x="0" y="3863376"/>
              <a:ext cx="10069448" cy="0"/>
            </a:xfrm>
            <a:prstGeom prst="straightConnector1">
              <a:avLst/>
            </a:prstGeom>
            <a:solidFill>
              <a:srgbClr val="4F80BD"/>
            </a:solidFill>
            <a:ln w="16500" cap="flat" cmpd="sng">
              <a:solidFill>
                <a:srgbClr val="4F80BD"/>
              </a:solidFill>
              <a:prstDash val="solid"/>
              <a:round/>
              <a:headEnd type="none" w="sm" len="sm"/>
              <a:tailEnd type="none" w="sm" len="sm"/>
            </a:ln>
          </p:spPr>
        </p:cxnSp>
        <p:sp>
          <p:nvSpPr>
            <p:cNvPr id="114" name="Google Shape;114;p15"/>
            <p:cNvSpPr/>
            <p:nvPr/>
          </p:nvSpPr>
          <p:spPr>
            <a:xfrm>
              <a:off x="0" y="3863376"/>
              <a:ext cx="10069448" cy="965637"/>
            </a:xfrm>
            <a:prstGeom prst="rect">
              <a:avLst/>
            </a:prstGeom>
            <a:noFill/>
            <a:ln>
              <a:noFill/>
            </a:ln>
          </p:spPr>
          <p:txBody>
            <a:bodyPr spcFirstLastPara="1" wrap="square" lIns="59350" tIns="59350" rIns="59350" bIns="59350" anchor="ctr" anchorCtr="0">
              <a:noAutofit/>
            </a:bodyPr>
            <a:lstStyle/>
            <a:p>
              <a:pPr marL="0" lvl="0" indent="0" algn="l" rtl="0">
                <a:spcBef>
                  <a:spcPts val="0"/>
                </a:spcBef>
                <a:spcAft>
                  <a:spcPts val="0"/>
                </a:spcAft>
                <a:buNone/>
              </a:pPr>
              <a:endParaRPr/>
            </a:p>
          </p:txBody>
        </p:sp>
        <p:sp>
          <p:nvSpPr>
            <p:cNvPr id="115" name="Google Shape;115;p15"/>
            <p:cNvSpPr txBox="1"/>
            <p:nvPr/>
          </p:nvSpPr>
          <p:spPr>
            <a:xfrm>
              <a:off x="0" y="3863376"/>
              <a:ext cx="10069448" cy="965637"/>
            </a:xfrm>
            <a:prstGeom prst="rect">
              <a:avLst/>
            </a:prstGeom>
            <a:noFill/>
            <a:ln>
              <a:noFill/>
            </a:ln>
          </p:spPr>
          <p:txBody>
            <a:bodyPr spcFirstLastPara="1" wrap="square" lIns="86600" tIns="86600" rIns="86600" bIns="86600" anchor="t" anchorCtr="0">
              <a:noAutofit/>
            </a:bodyPr>
            <a:lstStyle/>
            <a:p>
              <a:pPr marL="0" marR="0" lvl="0" indent="0" algn="l" rtl="0">
                <a:lnSpc>
                  <a:spcPct val="90000"/>
                </a:lnSpc>
                <a:spcBef>
                  <a:spcPts val="0"/>
                </a:spcBef>
                <a:spcAft>
                  <a:spcPts val="0"/>
                </a:spcAft>
                <a:buClr>
                  <a:schemeClr val="dk1"/>
                </a:buClr>
                <a:buSzPts val="2272"/>
                <a:buFont typeface="Calibri"/>
                <a:buNone/>
              </a:pPr>
              <a:r>
                <a:rPr lang="en-US" sz="2272" b="1">
                  <a:solidFill>
                    <a:schemeClr val="lt1"/>
                  </a:solidFill>
                  <a:latin typeface="Calibri"/>
                  <a:ea typeface="Calibri"/>
                  <a:cs typeface="Calibri"/>
                  <a:sym typeface="Calibri"/>
                </a:rPr>
                <a:t>3.Kazi Ayesha Afia Rayeesa   23-52794-2       BSc [CSE]</a:t>
              </a:r>
              <a:endParaRPr sz="2272">
                <a:solidFill>
                  <a:schemeClr val="lt1"/>
                </a:solidFill>
                <a:latin typeface="Calibri"/>
                <a:ea typeface="Calibri"/>
                <a:cs typeface="Calibri"/>
                <a:sym typeface="Calibri"/>
              </a:endParaRPr>
            </a:p>
          </p:txBody>
        </p:sp>
        <p:cxnSp>
          <p:nvCxnSpPr>
            <p:cNvPr id="116" name="Google Shape;116;p15"/>
            <p:cNvCxnSpPr/>
            <p:nvPr/>
          </p:nvCxnSpPr>
          <p:spPr>
            <a:xfrm>
              <a:off x="0" y="4829014"/>
              <a:ext cx="10069448" cy="0"/>
            </a:xfrm>
            <a:prstGeom prst="straightConnector1">
              <a:avLst/>
            </a:prstGeom>
            <a:solidFill>
              <a:srgbClr val="4F80BD"/>
            </a:solidFill>
            <a:ln w="16500" cap="flat" cmpd="sng">
              <a:solidFill>
                <a:srgbClr val="4F80BD"/>
              </a:solidFill>
              <a:prstDash val="solid"/>
              <a:round/>
              <a:headEnd type="none" w="sm" len="sm"/>
              <a:tailEnd type="none" w="sm" len="sm"/>
            </a:ln>
          </p:spPr>
        </p:cxnSp>
        <p:sp>
          <p:nvSpPr>
            <p:cNvPr id="117" name="Google Shape;117;p15"/>
            <p:cNvSpPr/>
            <p:nvPr/>
          </p:nvSpPr>
          <p:spPr>
            <a:xfrm>
              <a:off x="0" y="4829014"/>
              <a:ext cx="10069448" cy="965637"/>
            </a:xfrm>
            <a:prstGeom prst="rect">
              <a:avLst/>
            </a:prstGeom>
            <a:noFill/>
            <a:ln>
              <a:noFill/>
            </a:ln>
          </p:spPr>
          <p:txBody>
            <a:bodyPr spcFirstLastPara="1" wrap="square" lIns="59350" tIns="59350" rIns="59350" bIns="59350" anchor="ctr" anchorCtr="0">
              <a:noAutofit/>
            </a:bodyPr>
            <a:lstStyle/>
            <a:p>
              <a:pPr marL="0" lvl="0" indent="0" algn="l" rtl="0">
                <a:spcBef>
                  <a:spcPts val="0"/>
                </a:spcBef>
                <a:spcAft>
                  <a:spcPts val="0"/>
                </a:spcAft>
                <a:buNone/>
              </a:pPr>
              <a:endParaRPr/>
            </a:p>
          </p:txBody>
        </p:sp>
        <p:sp>
          <p:nvSpPr>
            <p:cNvPr id="118" name="Google Shape;118;p15"/>
            <p:cNvSpPr txBox="1"/>
            <p:nvPr/>
          </p:nvSpPr>
          <p:spPr>
            <a:xfrm>
              <a:off x="0" y="4829014"/>
              <a:ext cx="10069448" cy="965637"/>
            </a:xfrm>
            <a:prstGeom prst="rect">
              <a:avLst/>
            </a:prstGeom>
            <a:noFill/>
            <a:ln>
              <a:noFill/>
            </a:ln>
          </p:spPr>
          <p:txBody>
            <a:bodyPr spcFirstLastPara="1" wrap="square" lIns="86600" tIns="86600" rIns="86600" bIns="86600" anchor="t" anchorCtr="0">
              <a:noAutofit/>
            </a:bodyPr>
            <a:lstStyle/>
            <a:p>
              <a:pPr marL="0" marR="0" lvl="0" indent="0" algn="l" rtl="0">
                <a:lnSpc>
                  <a:spcPct val="90000"/>
                </a:lnSpc>
                <a:spcBef>
                  <a:spcPts val="0"/>
                </a:spcBef>
                <a:spcAft>
                  <a:spcPts val="0"/>
                </a:spcAft>
                <a:buClr>
                  <a:schemeClr val="dk1"/>
                </a:buClr>
                <a:buSzPts val="2272"/>
                <a:buFont typeface="Calibri"/>
                <a:buNone/>
              </a:pPr>
              <a:r>
                <a:rPr lang="en-US" sz="2272" b="1">
                  <a:solidFill>
                    <a:schemeClr val="lt1"/>
                  </a:solidFill>
                  <a:latin typeface="Calibri"/>
                  <a:ea typeface="Calibri"/>
                  <a:cs typeface="Calibri"/>
                  <a:sym typeface="Calibri"/>
                </a:rPr>
                <a:t>4.Saharia Sanzida Liya           23-53055-3       BSc [CSE]</a:t>
              </a:r>
              <a:endParaRPr sz="2272">
                <a:solidFill>
                  <a:schemeClr val="lt1"/>
                </a:solidFill>
                <a:latin typeface="Calibri"/>
                <a:ea typeface="Calibri"/>
                <a:cs typeface="Calibri"/>
                <a:sym typeface="Calibri"/>
              </a:endParaRPr>
            </a:p>
          </p:txBody>
        </p:sp>
        <p:cxnSp>
          <p:nvCxnSpPr>
            <p:cNvPr id="119" name="Google Shape;119;p15"/>
            <p:cNvCxnSpPr/>
            <p:nvPr/>
          </p:nvCxnSpPr>
          <p:spPr>
            <a:xfrm>
              <a:off x="0" y="5794652"/>
              <a:ext cx="10069448" cy="0"/>
            </a:xfrm>
            <a:prstGeom prst="straightConnector1">
              <a:avLst/>
            </a:prstGeom>
            <a:solidFill>
              <a:srgbClr val="4F80BD"/>
            </a:solidFill>
            <a:ln w="16500" cap="flat" cmpd="sng">
              <a:solidFill>
                <a:srgbClr val="4F80BD"/>
              </a:solidFill>
              <a:prstDash val="solid"/>
              <a:round/>
              <a:headEnd type="none" w="sm" len="sm"/>
              <a:tailEnd type="none" w="sm" len="sm"/>
            </a:ln>
          </p:spPr>
        </p:cxnSp>
        <p:sp>
          <p:nvSpPr>
            <p:cNvPr id="120" name="Google Shape;120;p15"/>
            <p:cNvSpPr/>
            <p:nvPr/>
          </p:nvSpPr>
          <p:spPr>
            <a:xfrm>
              <a:off x="0" y="5794652"/>
              <a:ext cx="10069448" cy="965637"/>
            </a:xfrm>
            <a:prstGeom prst="rect">
              <a:avLst/>
            </a:prstGeom>
            <a:noFill/>
            <a:ln>
              <a:noFill/>
            </a:ln>
          </p:spPr>
          <p:txBody>
            <a:bodyPr spcFirstLastPara="1" wrap="square" lIns="59350" tIns="59350" rIns="59350" bIns="59350" anchor="ctr" anchorCtr="0">
              <a:noAutofit/>
            </a:bodyPr>
            <a:lstStyle/>
            <a:p>
              <a:pPr marL="0" lvl="0" indent="0" algn="l" rtl="0">
                <a:spcBef>
                  <a:spcPts val="0"/>
                </a:spcBef>
                <a:spcAft>
                  <a:spcPts val="0"/>
                </a:spcAft>
                <a:buNone/>
              </a:pPr>
              <a:endParaRPr/>
            </a:p>
          </p:txBody>
        </p:sp>
        <p:sp>
          <p:nvSpPr>
            <p:cNvPr id="121" name="Google Shape;121;p15"/>
            <p:cNvSpPr txBox="1"/>
            <p:nvPr/>
          </p:nvSpPr>
          <p:spPr>
            <a:xfrm>
              <a:off x="0" y="5794652"/>
              <a:ext cx="10069448" cy="965637"/>
            </a:xfrm>
            <a:prstGeom prst="rect">
              <a:avLst/>
            </a:prstGeom>
            <a:noFill/>
            <a:ln>
              <a:noFill/>
            </a:ln>
          </p:spPr>
          <p:txBody>
            <a:bodyPr spcFirstLastPara="1" wrap="square" lIns="86600" tIns="86600" rIns="86600" bIns="86600" anchor="t" anchorCtr="0">
              <a:noAutofit/>
            </a:bodyPr>
            <a:lstStyle/>
            <a:p>
              <a:pPr marL="0" marR="0" lvl="0" indent="0" algn="l" rtl="0">
                <a:lnSpc>
                  <a:spcPct val="90000"/>
                </a:lnSpc>
                <a:spcBef>
                  <a:spcPts val="0"/>
                </a:spcBef>
                <a:spcAft>
                  <a:spcPts val="0"/>
                </a:spcAft>
                <a:buClr>
                  <a:schemeClr val="dk1"/>
                </a:buClr>
                <a:buSzPts val="2272"/>
                <a:buFont typeface="Calibri"/>
                <a:buNone/>
              </a:pPr>
              <a:r>
                <a:rPr lang="en-US" sz="2272" b="1">
                  <a:solidFill>
                    <a:schemeClr val="lt1"/>
                  </a:solidFill>
                  <a:latin typeface="Calibri"/>
                  <a:ea typeface="Calibri"/>
                  <a:cs typeface="Calibri"/>
                  <a:sym typeface="Calibri"/>
                </a:rPr>
                <a:t>5.Lubna Islam Shuzona          24-56570-1       BSc [CSE]</a:t>
              </a:r>
              <a:endParaRPr sz="2272">
                <a:solidFill>
                  <a:schemeClr val="lt1"/>
                </a:solidFill>
                <a:latin typeface="Calibri"/>
                <a:ea typeface="Calibri"/>
                <a:cs typeface="Calibri"/>
                <a:sym typeface="Calibri"/>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5"/>
        <p:cNvGrpSpPr/>
        <p:nvPr/>
      </p:nvGrpSpPr>
      <p:grpSpPr>
        <a:xfrm>
          <a:off x="0" y="0"/>
          <a:ext cx="0" cy="0"/>
          <a:chOff x="0" y="0"/>
          <a:chExt cx="0" cy="0"/>
        </a:xfrm>
      </p:grpSpPr>
      <p:sp>
        <p:nvSpPr>
          <p:cNvPr id="126" name="Google Shape;126;p16"/>
          <p:cNvSpPr/>
          <p:nvPr/>
        </p:nvSpPr>
        <p:spPr>
          <a:xfrm>
            <a:off x="0" y="0"/>
            <a:ext cx="18288000" cy="10287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7" name="Google Shape;127;p16"/>
          <p:cNvSpPr/>
          <p:nvPr/>
        </p:nvSpPr>
        <p:spPr>
          <a:xfrm flipH="1">
            <a:off x="-1" y="-1"/>
            <a:ext cx="18287996" cy="2386112"/>
          </a:xfrm>
          <a:prstGeom prst="rect">
            <a:avLst/>
          </a:prstGeom>
          <a:gradFill>
            <a:gsLst>
              <a:gs pos="0">
                <a:srgbClr val="000000"/>
              </a:gs>
              <a:gs pos="100000">
                <a:srgbClr val="366092"/>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8" name="Google Shape;128;p16"/>
          <p:cNvSpPr/>
          <p:nvPr/>
        </p:nvSpPr>
        <p:spPr>
          <a:xfrm rot="10800000" flipH="1">
            <a:off x="-4" y="0"/>
            <a:ext cx="12172958" cy="2386113"/>
          </a:xfrm>
          <a:prstGeom prst="rect">
            <a:avLst/>
          </a:prstGeom>
          <a:gradFill>
            <a:gsLst>
              <a:gs pos="0">
                <a:srgbClr val="4F81BD">
                  <a:alpha val="0"/>
                </a:srgbClr>
              </a:gs>
              <a:gs pos="20000">
                <a:srgbClr val="4F81BD">
                  <a:alpha val="0"/>
                </a:srgbClr>
              </a:gs>
              <a:gs pos="100000">
                <a:srgbClr val="244061">
                  <a:alpha val="54902"/>
                </a:srgbClr>
              </a:gs>
            </a:gsLst>
            <a:lin ang="13800001"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9" name="Google Shape;129;p16"/>
          <p:cNvSpPr/>
          <p:nvPr/>
        </p:nvSpPr>
        <p:spPr>
          <a:xfrm flipH="1">
            <a:off x="12172948" y="-1"/>
            <a:ext cx="6115047" cy="2386112"/>
          </a:xfrm>
          <a:prstGeom prst="rect">
            <a:avLst/>
          </a:prstGeom>
          <a:gradFill>
            <a:gsLst>
              <a:gs pos="0">
                <a:srgbClr val="4F81BD">
                  <a:alpha val="65882"/>
                </a:srgbClr>
              </a:gs>
              <a:gs pos="100000">
                <a:srgbClr val="000000">
                  <a:alpha val="30196"/>
                </a:srgbClr>
              </a:gs>
            </a:gsLst>
            <a:lin ang="13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0" name="Google Shape;130;p16"/>
          <p:cNvSpPr/>
          <p:nvPr/>
        </p:nvSpPr>
        <p:spPr>
          <a:xfrm>
            <a:off x="22650" y="-4976"/>
            <a:ext cx="17598900" cy="2396100"/>
          </a:xfrm>
          <a:prstGeom prst="rect">
            <a:avLst/>
          </a:prstGeom>
          <a:gradFill>
            <a:gsLst>
              <a:gs pos="0">
                <a:srgbClr val="000000">
                  <a:alpha val="0"/>
                </a:srgbClr>
              </a:gs>
              <a:gs pos="50000">
                <a:srgbClr val="000000">
                  <a:alpha val="0"/>
                </a:srgbClr>
              </a:gs>
              <a:gs pos="99000">
                <a:srgbClr val="244061">
                  <a:alpha val="52157"/>
                </a:srgbClr>
              </a:gs>
              <a:gs pos="100000">
                <a:srgbClr val="244061">
                  <a:alpha val="52157"/>
                </a:srgbClr>
              </a:gs>
            </a:gsLst>
            <a:lin ang="16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highlight>
                <a:schemeClr val="dk2"/>
              </a:highlight>
              <a:latin typeface="Calibri"/>
              <a:ea typeface="Calibri"/>
              <a:cs typeface="Calibri"/>
              <a:sym typeface="Calibri"/>
            </a:endParaRPr>
          </a:p>
        </p:txBody>
      </p:sp>
      <p:sp>
        <p:nvSpPr>
          <p:cNvPr id="131" name="Google Shape;131;p16"/>
          <p:cNvSpPr txBox="1"/>
          <p:nvPr/>
        </p:nvSpPr>
        <p:spPr>
          <a:xfrm>
            <a:off x="1400098" y="925082"/>
            <a:ext cx="14844000" cy="15504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n-US" sz="6500" b="1">
                <a:solidFill>
                  <a:srgbClr val="FFFFFF"/>
                </a:solidFill>
                <a:latin typeface="Times New Roman"/>
                <a:ea typeface="Times New Roman"/>
                <a:cs typeface="Times New Roman"/>
                <a:sym typeface="Times New Roman"/>
              </a:rPr>
              <a:t>   Aims and Objectives</a:t>
            </a:r>
            <a:endParaRPr sz="1900">
              <a:latin typeface="Times New Roman"/>
              <a:ea typeface="Times New Roman"/>
              <a:cs typeface="Times New Roman"/>
              <a:sym typeface="Times New Roman"/>
            </a:endParaRPr>
          </a:p>
          <a:p>
            <a:pPr marL="0" marR="0" lvl="0" indent="0" algn="l" rtl="0">
              <a:lnSpc>
                <a:spcPct val="90000"/>
              </a:lnSpc>
              <a:spcBef>
                <a:spcPts val="600"/>
              </a:spcBef>
              <a:spcAft>
                <a:spcPts val="0"/>
              </a:spcAft>
              <a:buNone/>
            </a:pPr>
            <a:endParaRPr sz="6000" b="1">
              <a:solidFill>
                <a:srgbClr val="FFFFFF"/>
              </a:solidFill>
              <a:latin typeface="Calibri"/>
              <a:ea typeface="Calibri"/>
              <a:cs typeface="Calibri"/>
              <a:sym typeface="Calibri"/>
            </a:endParaRPr>
          </a:p>
        </p:txBody>
      </p:sp>
      <p:sp>
        <p:nvSpPr>
          <p:cNvPr id="132" name="Google Shape;132;p16"/>
          <p:cNvSpPr txBox="1"/>
          <p:nvPr/>
        </p:nvSpPr>
        <p:spPr>
          <a:xfrm>
            <a:off x="673450" y="3251675"/>
            <a:ext cx="15297300" cy="6554400"/>
          </a:xfrm>
          <a:prstGeom prst="rect">
            <a:avLst/>
          </a:prstGeom>
          <a:noFill/>
          <a:ln>
            <a:noFill/>
          </a:ln>
        </p:spPr>
        <p:txBody>
          <a:bodyPr spcFirstLastPara="1" wrap="square" lIns="91425" tIns="45700" rIns="91425" bIns="45700" anchor="ctr" anchorCtr="0">
            <a:noAutofit/>
          </a:bodyPr>
          <a:lstStyle/>
          <a:p>
            <a:pPr marL="0" lvl="0" indent="0" algn="l" rtl="0">
              <a:lnSpc>
                <a:spcPct val="115000"/>
              </a:lnSpc>
              <a:spcBef>
                <a:spcPts val="1400"/>
              </a:spcBef>
              <a:spcAft>
                <a:spcPts val="0"/>
              </a:spcAft>
              <a:buClr>
                <a:schemeClr val="dk1"/>
              </a:buClr>
              <a:buSzPts val="1100"/>
              <a:buFont typeface="Arial"/>
              <a:buNone/>
            </a:pPr>
            <a:endParaRPr sz="3000" b="1">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800" b="1">
                <a:solidFill>
                  <a:schemeClr val="dk1"/>
                </a:solidFill>
                <a:latin typeface="Times New Roman"/>
                <a:ea typeface="Times New Roman"/>
                <a:cs typeface="Times New Roman"/>
                <a:sym typeface="Times New Roman"/>
              </a:rPr>
              <a:t>1. Develop a Low-Cost Monitoring System</a:t>
            </a:r>
            <a:endParaRPr sz="2800" b="1">
              <a:solidFill>
                <a:schemeClr val="dk1"/>
              </a:solidFill>
              <a:latin typeface="Times New Roman"/>
              <a:ea typeface="Times New Roman"/>
              <a:cs typeface="Times New Roman"/>
              <a:sym typeface="Times New Roman"/>
            </a:endParaRPr>
          </a:p>
          <a:p>
            <a:pPr marL="457200" lvl="0" indent="-406400" algn="l" rtl="0">
              <a:lnSpc>
                <a:spcPct val="115000"/>
              </a:lnSpc>
              <a:spcBef>
                <a:spcPts val="120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Use Arduino with ultrasonic, rainfall, and GSM/GPRS modules.</a:t>
            </a:r>
            <a:endParaRPr sz="2800">
              <a:solidFill>
                <a:schemeClr val="dk1"/>
              </a:solidFill>
              <a:latin typeface="Times New Roman"/>
              <a:ea typeface="Times New Roman"/>
              <a:cs typeface="Times New Roman"/>
              <a:sym typeface="Times New Roman"/>
            </a:endParaRPr>
          </a:p>
          <a:p>
            <a:pPr marL="457200" lvl="0" indent="-406400" algn="l" rtl="0">
              <a:lnSpc>
                <a:spcPct val="115000"/>
              </a:lnSpc>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Monitor rainfall and water levels in real time.</a:t>
            </a:r>
            <a:endParaRPr sz="2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800" b="1">
                <a:solidFill>
                  <a:schemeClr val="dk1"/>
                </a:solidFill>
                <a:latin typeface="Times New Roman"/>
                <a:ea typeface="Times New Roman"/>
                <a:cs typeface="Times New Roman"/>
                <a:sym typeface="Times New Roman"/>
              </a:rPr>
              <a:t>2. Provide Automatic Early Warnings</a:t>
            </a:r>
            <a:endParaRPr sz="2800" b="1">
              <a:solidFill>
                <a:schemeClr val="dk1"/>
              </a:solidFill>
              <a:latin typeface="Times New Roman"/>
              <a:ea typeface="Times New Roman"/>
              <a:cs typeface="Times New Roman"/>
              <a:sym typeface="Times New Roman"/>
            </a:endParaRPr>
          </a:p>
          <a:p>
            <a:pPr marL="457200" lvl="0" indent="-406400" algn="l" rtl="0">
              <a:lnSpc>
                <a:spcPct val="115000"/>
              </a:lnSpc>
              <a:spcBef>
                <a:spcPts val="120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Send LED alerts when water reaches a dangerous level.</a:t>
            </a:r>
            <a:endParaRPr sz="2800">
              <a:solidFill>
                <a:schemeClr val="dk1"/>
              </a:solidFill>
              <a:latin typeface="Times New Roman"/>
              <a:ea typeface="Times New Roman"/>
              <a:cs typeface="Times New Roman"/>
              <a:sym typeface="Times New Roman"/>
            </a:endParaRPr>
          </a:p>
          <a:p>
            <a:pPr marL="457200" lvl="0" indent="-406400" algn="l" rtl="0">
              <a:lnSpc>
                <a:spcPct val="115000"/>
              </a:lnSpc>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Activate buzzer and LED indicators automatically.</a:t>
            </a:r>
            <a:endParaRPr sz="2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800" b="1">
                <a:solidFill>
                  <a:schemeClr val="dk1"/>
                </a:solidFill>
                <a:latin typeface="Times New Roman"/>
                <a:ea typeface="Times New Roman"/>
                <a:cs typeface="Times New Roman"/>
                <a:sym typeface="Times New Roman"/>
              </a:rPr>
              <a:t>3. Simulate and Validate the System</a:t>
            </a:r>
            <a:endParaRPr sz="2800" b="1">
              <a:solidFill>
                <a:schemeClr val="dk1"/>
              </a:solidFill>
              <a:latin typeface="Times New Roman"/>
              <a:ea typeface="Times New Roman"/>
              <a:cs typeface="Times New Roman"/>
              <a:sym typeface="Times New Roman"/>
            </a:endParaRPr>
          </a:p>
          <a:p>
            <a:pPr marL="457200" lvl="0" indent="-406400" algn="l" rtl="0">
              <a:lnSpc>
                <a:spcPct val="115000"/>
              </a:lnSpc>
              <a:spcBef>
                <a:spcPts val="120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Build the complete system in Tinkercad.</a:t>
            </a:r>
            <a:endParaRPr sz="2800">
              <a:solidFill>
                <a:schemeClr val="dk1"/>
              </a:solidFill>
              <a:latin typeface="Times New Roman"/>
              <a:ea typeface="Times New Roman"/>
              <a:cs typeface="Times New Roman"/>
              <a:sym typeface="Times New Roman"/>
            </a:endParaRPr>
          </a:p>
          <a:p>
            <a:pPr marL="457200" lvl="0" indent="-406400" algn="l" rtl="0">
              <a:lnSpc>
                <a:spcPct val="115000"/>
              </a:lnSpc>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Test response time and reliability from sensing to alert.</a:t>
            </a:r>
            <a:endParaRPr sz="28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800" b="1">
                <a:solidFill>
                  <a:schemeClr val="dk1"/>
                </a:solidFill>
                <a:latin typeface="Times New Roman"/>
                <a:ea typeface="Times New Roman"/>
                <a:cs typeface="Times New Roman"/>
                <a:sym typeface="Times New Roman"/>
              </a:rPr>
              <a:t>4. Classify Flood-Risk Levels</a:t>
            </a:r>
            <a:endParaRPr sz="2800" b="1">
              <a:solidFill>
                <a:schemeClr val="dk1"/>
              </a:solidFill>
              <a:latin typeface="Times New Roman"/>
              <a:ea typeface="Times New Roman"/>
              <a:cs typeface="Times New Roman"/>
              <a:sym typeface="Times New Roman"/>
            </a:endParaRPr>
          </a:p>
          <a:p>
            <a:pPr marL="457200" lvl="0" indent="-406400" algn="l" rtl="0">
              <a:lnSpc>
                <a:spcPct val="115000"/>
              </a:lnSpc>
              <a:spcBef>
                <a:spcPts val="120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Analyse sensor readings using predefined thresholds.</a:t>
            </a:r>
            <a:endParaRPr sz="2800">
              <a:solidFill>
                <a:schemeClr val="dk1"/>
              </a:solidFill>
              <a:latin typeface="Times New Roman"/>
              <a:ea typeface="Times New Roman"/>
              <a:cs typeface="Times New Roman"/>
              <a:sym typeface="Times New Roman"/>
            </a:endParaRPr>
          </a:p>
          <a:p>
            <a:pPr marL="457200" lvl="0" indent="-406400" algn="l" rtl="0">
              <a:lnSpc>
                <a:spcPct val="115000"/>
              </a:lnSpc>
              <a:spcBef>
                <a:spcPts val="0"/>
              </a:spcBef>
              <a:spcAft>
                <a:spcPts val="0"/>
              </a:spcAft>
              <a:buClr>
                <a:schemeClr val="dk1"/>
              </a:buClr>
              <a:buSzPts val="2800"/>
              <a:buChar char="●"/>
            </a:pPr>
            <a:r>
              <a:rPr lang="en-US" sz="2800">
                <a:solidFill>
                  <a:schemeClr val="dk1"/>
                </a:solidFill>
                <a:latin typeface="Times New Roman"/>
                <a:ea typeface="Times New Roman"/>
                <a:cs typeface="Times New Roman"/>
                <a:sym typeface="Times New Roman"/>
              </a:rPr>
              <a:t>Classify conditions as </a:t>
            </a:r>
            <a:r>
              <a:rPr lang="en-US" sz="2800" b="1">
                <a:solidFill>
                  <a:schemeClr val="dk1"/>
                </a:solidFill>
                <a:latin typeface="Times New Roman"/>
                <a:ea typeface="Times New Roman"/>
                <a:cs typeface="Times New Roman"/>
                <a:sym typeface="Times New Roman"/>
              </a:rPr>
              <a:t>Normal, Warning, or High risk</a:t>
            </a:r>
            <a:r>
              <a:rPr lang="en-US" sz="2800">
                <a:solidFill>
                  <a:schemeClr val="dk1"/>
                </a:solidFill>
                <a:latin typeface="Times New Roman"/>
                <a:ea typeface="Times New Roman"/>
                <a:cs typeface="Times New Roman"/>
                <a:sym typeface="Times New Roman"/>
              </a:rPr>
              <a:t>.</a:t>
            </a:r>
            <a:endParaRPr sz="2800">
              <a:solidFill>
                <a:schemeClr val="dk1"/>
              </a:solidFill>
              <a:latin typeface="Times New Roman"/>
              <a:ea typeface="Times New Roman"/>
              <a:cs typeface="Times New Roman"/>
              <a:sym typeface="Times New Roman"/>
            </a:endParaRPr>
          </a:p>
          <a:p>
            <a:pPr marL="0" marR="0" lvl="0" indent="80328" algn="l" rtl="0">
              <a:lnSpc>
                <a:spcPct val="90000"/>
              </a:lnSpc>
              <a:spcBef>
                <a:spcPts val="1200"/>
              </a:spcBef>
              <a:spcAft>
                <a:spcPts val="0"/>
              </a:spcAft>
              <a:buClr>
                <a:schemeClr val="dk1"/>
              </a:buClr>
              <a:buSzPts val="2300"/>
              <a:buFont typeface="Arial"/>
              <a:buNone/>
            </a:pPr>
            <a:endParaRPr sz="6800" b="1">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6"/>
        <p:cNvGrpSpPr/>
        <p:nvPr/>
      </p:nvGrpSpPr>
      <p:grpSpPr>
        <a:xfrm>
          <a:off x="0" y="0"/>
          <a:ext cx="0" cy="0"/>
          <a:chOff x="0" y="0"/>
          <a:chExt cx="0" cy="0"/>
        </a:xfrm>
      </p:grpSpPr>
      <p:sp>
        <p:nvSpPr>
          <p:cNvPr id="137" name="Google Shape;137;p17"/>
          <p:cNvSpPr/>
          <p:nvPr/>
        </p:nvSpPr>
        <p:spPr>
          <a:xfrm>
            <a:off x="0" y="0"/>
            <a:ext cx="18288000" cy="10287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8" name="Google Shape;138;p17"/>
          <p:cNvSpPr/>
          <p:nvPr/>
        </p:nvSpPr>
        <p:spPr>
          <a:xfrm rot="5400000" flipH="1">
            <a:off x="-2099726" y="2100750"/>
            <a:ext cx="10287000" cy="6085500"/>
          </a:xfrm>
          <a:prstGeom prst="rect">
            <a:avLst/>
          </a:prstGeom>
          <a:gradFill>
            <a:gsLst>
              <a:gs pos="0">
                <a:srgbClr val="000000"/>
              </a:gs>
              <a:gs pos="8000">
                <a:srgbClr val="000000"/>
              </a:gs>
              <a:gs pos="100000">
                <a:srgbClr val="366092"/>
              </a:gs>
            </a:gsLst>
            <a:lin ang="3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9" name="Google Shape;139;p17"/>
          <p:cNvSpPr/>
          <p:nvPr/>
        </p:nvSpPr>
        <p:spPr>
          <a:xfrm rot="5400000" flipH="1">
            <a:off x="-1604078" y="1607025"/>
            <a:ext cx="9519300" cy="6335700"/>
          </a:xfrm>
          <a:prstGeom prst="rect">
            <a:avLst/>
          </a:prstGeom>
          <a:gradFill>
            <a:gsLst>
              <a:gs pos="0">
                <a:srgbClr val="000000">
                  <a:alpha val="0"/>
                </a:srgbClr>
              </a:gs>
              <a:gs pos="99000">
                <a:srgbClr val="4F81BD">
                  <a:alpha val="0"/>
                </a:srgbClr>
              </a:gs>
              <a:gs pos="100000">
                <a:srgbClr val="4F81BD">
                  <a:alpha val="0"/>
                </a:srgbClr>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0" name="Google Shape;140;p17"/>
          <p:cNvSpPr/>
          <p:nvPr/>
        </p:nvSpPr>
        <p:spPr>
          <a:xfrm rot="5400000" flipH="1">
            <a:off x="-2809931" y="3451500"/>
            <a:ext cx="10287000" cy="3384000"/>
          </a:xfrm>
          <a:prstGeom prst="rect">
            <a:avLst/>
          </a:prstGeom>
          <a:gradFill>
            <a:gsLst>
              <a:gs pos="0">
                <a:srgbClr val="000000">
                  <a:alpha val="0"/>
                </a:srgbClr>
              </a:gs>
              <a:gs pos="99000">
                <a:srgbClr val="4F81BD">
                  <a:alpha val="10980"/>
                </a:srgbClr>
              </a:gs>
              <a:gs pos="100000">
                <a:srgbClr val="4F81BD">
                  <a:alpha val="10980"/>
                </a:srgbClr>
              </a:gs>
            </a:gsLst>
            <a:lin ang="7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1" name="Google Shape;141;p17"/>
          <p:cNvSpPr txBox="1"/>
          <p:nvPr/>
        </p:nvSpPr>
        <p:spPr>
          <a:xfrm>
            <a:off x="-1152981" y="419107"/>
            <a:ext cx="6345300" cy="5081100"/>
          </a:xfrm>
          <a:prstGeom prst="rect">
            <a:avLst/>
          </a:prstGeom>
          <a:noFill/>
          <a:ln>
            <a:noFill/>
          </a:ln>
        </p:spPr>
        <p:txBody>
          <a:bodyPr spcFirstLastPara="1" wrap="square" lIns="91425" tIns="45700" rIns="91425" bIns="45700" anchor="b" anchorCtr="0">
            <a:normAutofit/>
          </a:bodyPr>
          <a:lstStyle/>
          <a:p>
            <a:pPr marL="0" marR="0" lvl="0" indent="0" algn="r" rtl="0">
              <a:lnSpc>
                <a:spcPct val="90000"/>
              </a:lnSpc>
              <a:spcBef>
                <a:spcPts val="0"/>
              </a:spcBef>
              <a:spcAft>
                <a:spcPts val="0"/>
              </a:spcAft>
              <a:buNone/>
            </a:pPr>
            <a:r>
              <a:rPr lang="en-US" sz="6000">
                <a:solidFill>
                  <a:srgbClr val="FFFFFF"/>
                </a:solidFill>
                <a:latin typeface="Calibri"/>
                <a:ea typeface="Calibri"/>
                <a:cs typeface="Calibri"/>
                <a:sym typeface="Calibri"/>
              </a:rPr>
              <a:t>Introduction:</a:t>
            </a:r>
            <a:endParaRPr/>
          </a:p>
        </p:txBody>
      </p:sp>
      <p:sp>
        <p:nvSpPr>
          <p:cNvPr id="142" name="Google Shape;142;p17"/>
          <p:cNvSpPr txBox="1"/>
          <p:nvPr/>
        </p:nvSpPr>
        <p:spPr>
          <a:xfrm>
            <a:off x="6435547" y="608600"/>
            <a:ext cx="11139600" cy="9448800"/>
          </a:xfrm>
          <a:prstGeom prst="rect">
            <a:avLst/>
          </a:prstGeom>
          <a:noFill/>
          <a:ln>
            <a:noFill/>
          </a:ln>
        </p:spPr>
        <p:txBody>
          <a:bodyPr spcFirstLastPara="1" wrap="square" lIns="91425" tIns="45700" rIns="91425" bIns="45700" anchor="ctr" anchorCtr="0">
            <a:noAutofit/>
          </a:bodyPr>
          <a:lstStyle/>
          <a:p>
            <a:pPr marL="0" lvl="0" indent="0" algn="l" rtl="0">
              <a:lnSpc>
                <a:spcPct val="115000"/>
              </a:lnSpc>
              <a:spcBef>
                <a:spcPts val="1400"/>
              </a:spcBef>
              <a:spcAft>
                <a:spcPts val="0"/>
              </a:spcAft>
              <a:buClr>
                <a:schemeClr val="dk1"/>
              </a:buClr>
              <a:buSzPts val="1100"/>
              <a:buFont typeface="Arial"/>
              <a:buNone/>
            </a:pPr>
            <a:endParaRPr sz="2900" b="1">
              <a:solidFill>
                <a:schemeClr val="dk1"/>
              </a:solidFill>
              <a:latin typeface="Times New Roman"/>
              <a:ea typeface="Times New Roman"/>
              <a:cs typeface="Times New Roman"/>
              <a:sym typeface="Times New Roman"/>
            </a:endParaRPr>
          </a:p>
          <a:p>
            <a:pPr marL="0" lvl="0" indent="0" algn="l" rtl="0">
              <a:lnSpc>
                <a:spcPct val="115000"/>
              </a:lnSpc>
              <a:spcBef>
                <a:spcPts val="1400"/>
              </a:spcBef>
              <a:spcAft>
                <a:spcPts val="0"/>
              </a:spcAft>
              <a:buClr>
                <a:schemeClr val="dk1"/>
              </a:buClr>
              <a:buSzPts val="1100"/>
              <a:buFont typeface="Arial"/>
              <a:buNone/>
            </a:pPr>
            <a:r>
              <a:rPr lang="en-US" sz="2900" b="1">
                <a:solidFill>
                  <a:schemeClr val="dk1"/>
                </a:solidFill>
                <a:latin typeface="Times New Roman"/>
                <a:ea typeface="Times New Roman"/>
                <a:cs typeface="Times New Roman"/>
                <a:sym typeface="Times New Roman"/>
              </a:rPr>
              <a:t>Background and Motivation</a:t>
            </a:r>
            <a:endParaRPr sz="2900" b="1">
              <a:solidFill>
                <a:schemeClr val="dk1"/>
              </a:solidFill>
              <a:latin typeface="Times New Roman"/>
              <a:ea typeface="Times New Roman"/>
              <a:cs typeface="Times New Roman"/>
              <a:sym typeface="Times New Roman"/>
            </a:endParaRPr>
          </a:p>
          <a:p>
            <a:pPr marL="457200" lvl="0" indent="-400050" algn="l" rtl="0">
              <a:lnSpc>
                <a:spcPct val="115000"/>
              </a:lnSpc>
              <a:spcBef>
                <a:spcPts val="1200"/>
              </a:spcBef>
              <a:spcAft>
                <a:spcPts val="0"/>
              </a:spcAft>
              <a:buClr>
                <a:schemeClr val="dk1"/>
              </a:buClr>
              <a:buSzPts val="2700"/>
              <a:buFont typeface="Times New Roman"/>
              <a:buChar char="❖"/>
            </a:pPr>
            <a:r>
              <a:rPr lang="en-US" sz="2700">
                <a:solidFill>
                  <a:schemeClr val="dk1"/>
                </a:solidFill>
                <a:latin typeface="Times New Roman"/>
                <a:ea typeface="Times New Roman"/>
                <a:cs typeface="Times New Roman"/>
                <a:sym typeface="Times New Roman"/>
              </a:rPr>
              <a:t>Flooding is one of the most damaging natural disasters worldwide.</a:t>
            </a:r>
            <a:endParaRPr sz="2700">
              <a:solidFill>
                <a:schemeClr val="dk1"/>
              </a:solidFill>
              <a:latin typeface="Times New Roman"/>
              <a:ea typeface="Times New Roman"/>
              <a:cs typeface="Times New Roman"/>
              <a:sym typeface="Times New Roman"/>
            </a:endParaRPr>
          </a:p>
          <a:p>
            <a:pPr marL="457200" lvl="0" indent="-400050" algn="l" rtl="0">
              <a:lnSpc>
                <a:spcPct val="115000"/>
              </a:lnSpc>
              <a:spcBef>
                <a:spcPts val="0"/>
              </a:spcBef>
              <a:spcAft>
                <a:spcPts val="0"/>
              </a:spcAft>
              <a:buClr>
                <a:schemeClr val="dk1"/>
              </a:buClr>
              <a:buSzPts val="2700"/>
              <a:buFont typeface="Times New Roman"/>
              <a:buChar char="❖"/>
            </a:pPr>
            <a:r>
              <a:rPr lang="en-US" sz="2700">
                <a:solidFill>
                  <a:schemeClr val="dk1"/>
                </a:solidFill>
                <a:latin typeface="Times New Roman"/>
                <a:ea typeface="Times New Roman"/>
                <a:cs typeface="Times New Roman"/>
                <a:sym typeface="Times New Roman"/>
              </a:rPr>
              <a:t>Bangladesh and South Asia experience severe monsoon floods almost every year.</a:t>
            </a:r>
            <a:endParaRPr sz="2700">
              <a:solidFill>
                <a:schemeClr val="dk1"/>
              </a:solidFill>
              <a:latin typeface="Times New Roman"/>
              <a:ea typeface="Times New Roman"/>
              <a:cs typeface="Times New Roman"/>
              <a:sym typeface="Times New Roman"/>
            </a:endParaRPr>
          </a:p>
          <a:p>
            <a:pPr marL="457200" lvl="0" indent="-400050" algn="l" rtl="0">
              <a:lnSpc>
                <a:spcPct val="115000"/>
              </a:lnSpc>
              <a:spcBef>
                <a:spcPts val="0"/>
              </a:spcBef>
              <a:spcAft>
                <a:spcPts val="0"/>
              </a:spcAft>
              <a:buClr>
                <a:schemeClr val="dk1"/>
              </a:buClr>
              <a:buSzPts val="2700"/>
              <a:buFont typeface="Times New Roman"/>
              <a:buChar char="❖"/>
            </a:pPr>
            <a:r>
              <a:rPr lang="en-US" sz="2700">
                <a:solidFill>
                  <a:schemeClr val="dk1"/>
                </a:solidFill>
                <a:latin typeface="Times New Roman"/>
                <a:ea typeface="Times New Roman"/>
                <a:cs typeface="Times New Roman"/>
                <a:sym typeface="Times New Roman"/>
              </a:rPr>
              <a:t>These floods cause loss of life, property damage, and economic disruption.</a:t>
            </a:r>
            <a:endParaRPr sz="2700">
              <a:solidFill>
                <a:schemeClr val="dk1"/>
              </a:solidFill>
              <a:latin typeface="Times New Roman"/>
              <a:ea typeface="Times New Roman"/>
              <a:cs typeface="Times New Roman"/>
              <a:sym typeface="Times New Roman"/>
            </a:endParaRPr>
          </a:p>
          <a:p>
            <a:pPr marL="457200" lvl="0" indent="-400050" algn="l" rtl="0">
              <a:lnSpc>
                <a:spcPct val="115000"/>
              </a:lnSpc>
              <a:spcBef>
                <a:spcPts val="0"/>
              </a:spcBef>
              <a:spcAft>
                <a:spcPts val="0"/>
              </a:spcAft>
              <a:buClr>
                <a:schemeClr val="dk1"/>
              </a:buClr>
              <a:buSzPts val="2700"/>
              <a:buFont typeface="Times New Roman"/>
              <a:buChar char="❖"/>
            </a:pPr>
            <a:r>
              <a:rPr lang="en-US" sz="2700">
                <a:solidFill>
                  <a:schemeClr val="dk1"/>
                </a:solidFill>
                <a:latin typeface="Times New Roman"/>
                <a:ea typeface="Times New Roman"/>
                <a:cs typeface="Times New Roman"/>
                <a:sym typeface="Times New Roman"/>
              </a:rPr>
              <a:t>Many existing warning systems are expensive and cannot reach rural communities in time.</a:t>
            </a:r>
            <a:endParaRPr sz="2700">
              <a:solidFill>
                <a:schemeClr val="dk1"/>
              </a:solidFill>
              <a:latin typeface="Times New Roman"/>
              <a:ea typeface="Times New Roman"/>
              <a:cs typeface="Times New Roman"/>
              <a:sym typeface="Times New Roman"/>
            </a:endParaRPr>
          </a:p>
          <a:p>
            <a:pPr marL="457200" lvl="0" indent="-400050" algn="l" rtl="0">
              <a:lnSpc>
                <a:spcPct val="115000"/>
              </a:lnSpc>
              <a:spcBef>
                <a:spcPts val="0"/>
              </a:spcBef>
              <a:spcAft>
                <a:spcPts val="0"/>
              </a:spcAft>
              <a:buClr>
                <a:schemeClr val="dk1"/>
              </a:buClr>
              <a:buSzPts val="2700"/>
              <a:buFont typeface="Times New Roman"/>
              <a:buChar char="❖"/>
            </a:pPr>
            <a:r>
              <a:rPr lang="en-US" sz="2700">
                <a:solidFill>
                  <a:schemeClr val="dk1"/>
                </a:solidFill>
                <a:latin typeface="Times New Roman"/>
                <a:ea typeface="Times New Roman"/>
                <a:cs typeface="Times New Roman"/>
                <a:sym typeface="Times New Roman"/>
              </a:rPr>
              <a:t>Climate change is increasing the frequency and severity of floods.</a:t>
            </a:r>
            <a:endParaRPr sz="2700">
              <a:solidFill>
                <a:schemeClr val="dk1"/>
              </a:solidFill>
              <a:latin typeface="Times New Roman"/>
              <a:ea typeface="Times New Roman"/>
              <a:cs typeface="Times New Roman"/>
              <a:sym typeface="Times New Roman"/>
            </a:endParaRPr>
          </a:p>
          <a:p>
            <a:pPr marL="457200" lvl="0" indent="-400050" algn="l" rtl="0">
              <a:lnSpc>
                <a:spcPct val="115000"/>
              </a:lnSpc>
              <a:spcBef>
                <a:spcPts val="0"/>
              </a:spcBef>
              <a:spcAft>
                <a:spcPts val="0"/>
              </a:spcAft>
              <a:buClr>
                <a:schemeClr val="dk1"/>
              </a:buClr>
              <a:buSzPts val="2700"/>
              <a:buFont typeface="Times New Roman"/>
              <a:buChar char="❖"/>
            </a:pPr>
            <a:r>
              <a:rPr lang="en-US" sz="2700">
                <a:solidFill>
                  <a:schemeClr val="dk1"/>
                </a:solidFill>
                <a:latin typeface="Times New Roman"/>
                <a:ea typeface="Times New Roman"/>
                <a:cs typeface="Times New Roman"/>
                <a:sym typeface="Times New Roman"/>
              </a:rPr>
              <a:t>An affordable and locally deployable flood-monitoring system is urgently needed.</a:t>
            </a:r>
            <a:endParaRPr sz="2700">
              <a:solidFill>
                <a:schemeClr val="dk1"/>
              </a:solidFill>
              <a:latin typeface="Times New Roman"/>
              <a:ea typeface="Times New Roman"/>
              <a:cs typeface="Times New Roman"/>
              <a:sym typeface="Times New Roman"/>
            </a:endParaRPr>
          </a:p>
          <a:p>
            <a:pPr marL="0" lvl="0" indent="0" algn="l" rtl="0">
              <a:lnSpc>
                <a:spcPct val="115000"/>
              </a:lnSpc>
              <a:spcBef>
                <a:spcPts val="1400"/>
              </a:spcBef>
              <a:spcAft>
                <a:spcPts val="0"/>
              </a:spcAft>
              <a:buClr>
                <a:schemeClr val="dk1"/>
              </a:buClr>
              <a:buSzPts val="1100"/>
              <a:buFont typeface="Arial"/>
              <a:buNone/>
            </a:pPr>
            <a:r>
              <a:rPr lang="en-US" sz="2900" b="1">
                <a:solidFill>
                  <a:schemeClr val="dk1"/>
                </a:solidFill>
                <a:latin typeface="Times New Roman"/>
                <a:ea typeface="Times New Roman"/>
                <a:cs typeface="Times New Roman"/>
                <a:sym typeface="Times New Roman"/>
              </a:rPr>
              <a:t>Why This Matters</a:t>
            </a:r>
            <a:endParaRPr sz="2900" b="1">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700">
                <a:solidFill>
                  <a:schemeClr val="dk1"/>
                </a:solidFill>
                <a:latin typeface="Times New Roman"/>
                <a:ea typeface="Times New Roman"/>
                <a:cs typeface="Times New Roman"/>
                <a:sym typeface="Times New Roman"/>
              </a:rPr>
              <a:t>A survey of 56 people showed that:</a:t>
            </a:r>
            <a:endParaRPr sz="2700">
              <a:solidFill>
                <a:schemeClr val="dk1"/>
              </a:solidFill>
              <a:latin typeface="Times New Roman"/>
              <a:ea typeface="Times New Roman"/>
              <a:cs typeface="Times New Roman"/>
              <a:sym typeface="Times New Roman"/>
            </a:endParaRPr>
          </a:p>
          <a:p>
            <a:pPr marL="457200" lvl="0" indent="-400050" algn="l" rtl="0">
              <a:lnSpc>
                <a:spcPct val="115000"/>
              </a:lnSpc>
              <a:spcBef>
                <a:spcPts val="1200"/>
              </a:spcBef>
              <a:spcAft>
                <a:spcPts val="0"/>
              </a:spcAft>
              <a:buClr>
                <a:schemeClr val="dk1"/>
              </a:buClr>
              <a:buSzPts val="2700"/>
              <a:buFont typeface="Times New Roman"/>
              <a:buChar char="❖"/>
            </a:pPr>
            <a:r>
              <a:rPr lang="en-US" sz="2700">
                <a:solidFill>
                  <a:schemeClr val="dk1"/>
                </a:solidFill>
                <a:latin typeface="Times New Roman"/>
                <a:ea typeface="Times New Roman"/>
                <a:cs typeface="Times New Roman"/>
                <a:sym typeface="Times New Roman"/>
              </a:rPr>
              <a:t>75% have experienced flooding in their area.</a:t>
            </a:r>
            <a:endParaRPr sz="2700">
              <a:solidFill>
                <a:schemeClr val="dk1"/>
              </a:solidFill>
              <a:latin typeface="Times New Roman"/>
              <a:ea typeface="Times New Roman"/>
              <a:cs typeface="Times New Roman"/>
              <a:sym typeface="Times New Roman"/>
            </a:endParaRPr>
          </a:p>
          <a:p>
            <a:pPr marL="457200" lvl="0" indent="-400050" algn="l" rtl="0">
              <a:lnSpc>
                <a:spcPct val="115000"/>
              </a:lnSpc>
              <a:spcBef>
                <a:spcPts val="0"/>
              </a:spcBef>
              <a:spcAft>
                <a:spcPts val="0"/>
              </a:spcAft>
              <a:buClr>
                <a:schemeClr val="dk1"/>
              </a:buClr>
              <a:buSzPts val="2700"/>
              <a:buFont typeface="Times New Roman"/>
              <a:buChar char="❖"/>
            </a:pPr>
            <a:r>
              <a:rPr lang="en-US" sz="2700">
                <a:solidFill>
                  <a:schemeClr val="dk1"/>
                </a:solidFill>
                <a:latin typeface="Times New Roman"/>
                <a:ea typeface="Times New Roman"/>
                <a:cs typeface="Times New Roman"/>
                <a:sym typeface="Times New Roman"/>
              </a:rPr>
              <a:t>55.36% face floods every year.</a:t>
            </a:r>
            <a:endParaRPr sz="2700">
              <a:solidFill>
                <a:schemeClr val="dk1"/>
              </a:solidFill>
              <a:latin typeface="Times New Roman"/>
              <a:ea typeface="Times New Roman"/>
              <a:cs typeface="Times New Roman"/>
              <a:sym typeface="Times New Roman"/>
            </a:endParaRPr>
          </a:p>
          <a:p>
            <a:pPr marL="457200" lvl="0" indent="-400050" algn="l" rtl="0">
              <a:lnSpc>
                <a:spcPct val="115000"/>
              </a:lnSpc>
              <a:spcBef>
                <a:spcPts val="0"/>
              </a:spcBef>
              <a:spcAft>
                <a:spcPts val="0"/>
              </a:spcAft>
              <a:buClr>
                <a:schemeClr val="dk1"/>
              </a:buClr>
              <a:buSzPts val="2700"/>
              <a:buFont typeface="Times New Roman"/>
              <a:buChar char="❖"/>
            </a:pPr>
            <a:r>
              <a:rPr lang="en-US" sz="2700">
                <a:solidFill>
                  <a:schemeClr val="dk1"/>
                </a:solidFill>
                <a:latin typeface="Times New Roman"/>
                <a:ea typeface="Times New Roman"/>
                <a:cs typeface="Times New Roman"/>
                <a:sym typeface="Times New Roman"/>
              </a:rPr>
              <a:t>78.6% are affected by road blockages.</a:t>
            </a:r>
            <a:endParaRPr sz="2700">
              <a:solidFill>
                <a:schemeClr val="dk1"/>
              </a:solidFill>
              <a:latin typeface="Times New Roman"/>
              <a:ea typeface="Times New Roman"/>
              <a:cs typeface="Times New Roman"/>
              <a:sym typeface="Times New Roman"/>
            </a:endParaRPr>
          </a:p>
          <a:p>
            <a:pPr marL="457200" lvl="0" indent="-400050" algn="l" rtl="0">
              <a:lnSpc>
                <a:spcPct val="115000"/>
              </a:lnSpc>
              <a:spcBef>
                <a:spcPts val="0"/>
              </a:spcBef>
              <a:spcAft>
                <a:spcPts val="0"/>
              </a:spcAft>
              <a:buClr>
                <a:schemeClr val="dk1"/>
              </a:buClr>
              <a:buSzPts val="2700"/>
              <a:buFont typeface="Times New Roman"/>
              <a:buChar char="❖"/>
            </a:pPr>
            <a:r>
              <a:rPr lang="en-US" sz="2700">
                <a:solidFill>
                  <a:schemeClr val="dk1"/>
                </a:solidFill>
                <a:latin typeface="Times New Roman"/>
                <a:ea typeface="Times New Roman"/>
                <a:cs typeface="Times New Roman"/>
                <a:sym typeface="Times New Roman"/>
              </a:rPr>
              <a:t>66.1% are concerned about property damage.</a:t>
            </a:r>
            <a:endParaRPr sz="2700">
              <a:solidFill>
                <a:schemeClr val="dk1"/>
              </a:solidFill>
              <a:latin typeface="Times New Roman"/>
              <a:ea typeface="Times New Roman"/>
              <a:cs typeface="Times New Roman"/>
              <a:sym typeface="Times New Roman"/>
            </a:endParaRPr>
          </a:p>
          <a:p>
            <a:pPr marL="457200" lvl="0" indent="-400050" algn="l" rtl="0">
              <a:lnSpc>
                <a:spcPct val="115000"/>
              </a:lnSpc>
              <a:spcBef>
                <a:spcPts val="0"/>
              </a:spcBef>
              <a:spcAft>
                <a:spcPts val="0"/>
              </a:spcAft>
              <a:buClr>
                <a:schemeClr val="dk1"/>
              </a:buClr>
              <a:buSzPts val="2700"/>
              <a:buFont typeface="Times New Roman"/>
              <a:buChar char="❖"/>
            </a:pPr>
            <a:r>
              <a:rPr lang="en-US" sz="2700">
                <a:solidFill>
                  <a:schemeClr val="dk1"/>
                </a:solidFill>
                <a:latin typeface="Times New Roman"/>
                <a:ea typeface="Times New Roman"/>
                <a:cs typeface="Times New Roman"/>
                <a:sym typeface="Times New Roman"/>
              </a:rPr>
              <a:t>64.3% reported water contamination.</a:t>
            </a:r>
            <a:endParaRPr sz="27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sz="2700">
                <a:solidFill>
                  <a:schemeClr val="dk1"/>
                </a:solidFill>
                <a:latin typeface="Times New Roman"/>
                <a:ea typeface="Times New Roman"/>
                <a:cs typeface="Times New Roman"/>
                <a:sym typeface="Times New Roman"/>
              </a:rPr>
              <a:t>An effective early-warning system can give communities enough time to prepare, evacuate and reduce potential damage.</a:t>
            </a:r>
            <a:endParaRPr sz="2700">
              <a:solidFill>
                <a:schemeClr val="dk1"/>
              </a:solidFill>
              <a:latin typeface="Times New Roman"/>
              <a:ea typeface="Times New Roman"/>
              <a:cs typeface="Times New Roman"/>
              <a:sym typeface="Times New Roman"/>
            </a:endParaRPr>
          </a:p>
          <a:p>
            <a:pPr marL="0" marR="0" lvl="0" indent="107950" algn="l" rtl="0">
              <a:lnSpc>
                <a:spcPct val="90000"/>
              </a:lnSpc>
              <a:spcBef>
                <a:spcPts val="1200"/>
              </a:spcBef>
              <a:spcAft>
                <a:spcPts val="0"/>
              </a:spcAft>
              <a:buClr>
                <a:schemeClr val="dk1"/>
              </a:buClr>
              <a:buSzPts val="1700"/>
              <a:buFont typeface="Arial"/>
              <a:buNone/>
            </a:pPr>
            <a:endParaRPr sz="3300" b="1">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52593"/>
        </a:solidFill>
        <a:effectLst/>
      </p:bgPr>
    </p:bg>
    <p:spTree>
      <p:nvGrpSpPr>
        <p:cNvPr id="1" name="Shape 146"/>
        <p:cNvGrpSpPr/>
        <p:nvPr/>
      </p:nvGrpSpPr>
      <p:grpSpPr>
        <a:xfrm>
          <a:off x="0" y="0"/>
          <a:ext cx="0" cy="0"/>
          <a:chOff x="0" y="0"/>
          <a:chExt cx="0" cy="0"/>
        </a:xfrm>
      </p:grpSpPr>
      <p:sp>
        <p:nvSpPr>
          <p:cNvPr id="147" name="Google Shape;147;p18"/>
          <p:cNvSpPr/>
          <p:nvPr/>
        </p:nvSpPr>
        <p:spPr>
          <a:xfrm>
            <a:off x="381000" y="1562100"/>
            <a:ext cx="17449800" cy="8077200"/>
          </a:xfrm>
          <a:prstGeom prst="rect">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48" name="Google Shape;148;p18"/>
          <p:cNvSpPr txBox="1"/>
          <p:nvPr/>
        </p:nvSpPr>
        <p:spPr>
          <a:xfrm>
            <a:off x="685800" y="2184380"/>
            <a:ext cx="16916400" cy="6834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chemeClr val="dk1"/>
                </a:solidFill>
                <a:latin typeface="Times New Roman"/>
                <a:ea typeface="Times New Roman"/>
                <a:cs typeface="Times New Roman"/>
                <a:sym typeface="Times New Roman"/>
              </a:rPr>
              <a:t>1.Ganancias et al. [1]</a:t>
            </a:r>
            <a:r>
              <a:rPr lang="en-US" sz="2800">
                <a:solidFill>
                  <a:schemeClr val="dk1"/>
                </a:solidFill>
                <a:latin typeface="Times New Roman"/>
                <a:ea typeface="Times New Roman"/>
                <a:cs typeface="Times New Roman"/>
                <a:sym typeface="Times New Roman"/>
              </a:rPr>
              <a:t> developed a multi-hazard monitoring EWS using water-level, soil-moisture, and ground-displacement sensors with GSM communication. However, limited geographic coverage and equipment availability remained major gaps. </a:t>
            </a:r>
            <a:endParaRPr/>
          </a:p>
          <a:p>
            <a:pPr marL="0" marR="0" lvl="0" indent="0" algn="l" rtl="0">
              <a:spcBef>
                <a:spcPts val="0"/>
              </a:spcBef>
              <a:spcAft>
                <a:spcPts val="0"/>
              </a:spcAft>
              <a:buNone/>
            </a:pPr>
            <a:r>
              <a:rPr lang="en-US" sz="2800" b="1">
                <a:solidFill>
                  <a:schemeClr val="dk1"/>
                </a:solidFill>
                <a:latin typeface="Times New Roman"/>
                <a:ea typeface="Times New Roman"/>
                <a:cs typeface="Times New Roman"/>
                <a:sym typeface="Times New Roman"/>
              </a:rPr>
              <a:t>2.Ayorinde et al. [2]</a:t>
            </a:r>
            <a:r>
              <a:rPr lang="en-US" sz="2800">
                <a:solidFill>
                  <a:schemeClr val="dk1"/>
                </a:solidFill>
                <a:latin typeface="Times New Roman"/>
                <a:ea typeface="Times New Roman"/>
                <a:cs typeface="Times New Roman"/>
                <a:sym typeface="Times New Roman"/>
              </a:rPr>
              <a:t> achieved </a:t>
            </a:r>
            <a:r>
              <a:rPr lang="en-US" sz="2800" b="1">
                <a:solidFill>
                  <a:schemeClr val="dk1"/>
                </a:solidFill>
                <a:latin typeface="Times New Roman"/>
                <a:ea typeface="Times New Roman"/>
                <a:cs typeface="Times New Roman"/>
                <a:sym typeface="Times New Roman"/>
              </a:rPr>
              <a:t>±1.8 cm accuracy</a:t>
            </a:r>
            <a:r>
              <a:rPr lang="en-US" sz="2800">
                <a:solidFill>
                  <a:schemeClr val="dk1"/>
                </a:solidFill>
                <a:latin typeface="Times New Roman"/>
                <a:ea typeface="Times New Roman"/>
                <a:cs typeface="Times New Roman"/>
                <a:sym typeface="Times New Roman"/>
              </a:rPr>
              <a:t> and </a:t>
            </a:r>
            <a:r>
              <a:rPr lang="en-US" sz="2800" b="1">
                <a:solidFill>
                  <a:schemeClr val="dk1"/>
                </a:solidFill>
                <a:latin typeface="Times New Roman"/>
                <a:ea typeface="Times New Roman"/>
                <a:cs typeface="Times New Roman"/>
                <a:sym typeface="Times New Roman"/>
              </a:rPr>
              <a:t>5–10 s SMS latency</a:t>
            </a:r>
            <a:r>
              <a:rPr lang="en-US" sz="2800">
                <a:solidFill>
                  <a:schemeClr val="dk1"/>
                </a:solidFill>
                <a:latin typeface="Times New Roman"/>
                <a:ea typeface="Times New Roman"/>
                <a:cs typeface="Times New Roman"/>
                <a:sym typeface="Times New Roman"/>
              </a:rPr>
              <a:t> using Arduino, HC-SR04, and GSM. However, GSM failure during extreme rainfall and limited long-term testing were reported. </a:t>
            </a:r>
            <a:endParaRPr/>
          </a:p>
          <a:p>
            <a:pPr marL="0" marR="0" lvl="0" indent="0" algn="l" rtl="0">
              <a:spcBef>
                <a:spcPts val="0"/>
              </a:spcBef>
              <a:spcAft>
                <a:spcPts val="0"/>
              </a:spcAft>
              <a:buNone/>
            </a:pPr>
            <a:r>
              <a:rPr lang="en-US" sz="2800" b="1">
                <a:solidFill>
                  <a:schemeClr val="dk1"/>
                </a:solidFill>
                <a:latin typeface="Times New Roman"/>
                <a:ea typeface="Times New Roman"/>
                <a:cs typeface="Times New Roman"/>
                <a:sym typeface="Times New Roman"/>
              </a:rPr>
              <a:t>Ramadan &amp; Sulistya [3]</a:t>
            </a:r>
            <a:r>
              <a:rPr lang="en-US" sz="2800">
                <a:solidFill>
                  <a:schemeClr val="dk1"/>
                </a:solidFill>
                <a:latin typeface="Times New Roman"/>
                <a:ea typeface="Times New Roman"/>
                <a:cs typeface="Times New Roman"/>
                <a:sym typeface="Times New Roman"/>
              </a:rPr>
              <a:t> proposed a low-cost system using a conductive water-level sensor and threshold detection to reduce false alarms. However, it was tested only in laboratory conditions and did not consider debris or sediment buildup. </a:t>
            </a:r>
            <a:endParaRPr/>
          </a:p>
          <a:p>
            <a:pPr marL="0" marR="0" lvl="0" indent="0" algn="l" rtl="0">
              <a:spcBef>
                <a:spcPts val="0"/>
              </a:spcBef>
              <a:spcAft>
                <a:spcPts val="0"/>
              </a:spcAft>
              <a:buNone/>
            </a:pPr>
            <a:r>
              <a:rPr lang="en-US" sz="2800" b="1">
                <a:solidFill>
                  <a:schemeClr val="dk1"/>
                </a:solidFill>
                <a:latin typeface="Times New Roman"/>
                <a:ea typeface="Times New Roman"/>
                <a:cs typeface="Times New Roman"/>
                <a:sym typeface="Times New Roman"/>
              </a:rPr>
              <a:t>3.Faturochman et al. [4]</a:t>
            </a:r>
            <a:r>
              <a:rPr lang="en-US" sz="2800">
                <a:solidFill>
                  <a:schemeClr val="dk1"/>
                </a:solidFill>
                <a:latin typeface="Times New Roman"/>
                <a:ea typeface="Times New Roman"/>
                <a:cs typeface="Times New Roman"/>
                <a:sym typeface="Times New Roman"/>
              </a:rPr>
              <a:t> developed an ESP32-based system with ultrasonic sensing and Telegram alerts, achieving accurate water-level measurements. However, it relied on simple threshold logic and lacked atmospheric data. </a:t>
            </a:r>
            <a:endParaRPr/>
          </a:p>
          <a:p>
            <a:pPr marL="0" marR="0" lvl="0" indent="0" algn="l" rtl="0">
              <a:spcBef>
                <a:spcPts val="0"/>
              </a:spcBef>
              <a:spcAft>
                <a:spcPts val="0"/>
              </a:spcAft>
              <a:buNone/>
            </a:pPr>
            <a:r>
              <a:rPr lang="en-US" sz="2800" b="1">
                <a:solidFill>
                  <a:schemeClr val="dk1"/>
                </a:solidFill>
                <a:latin typeface="Times New Roman"/>
                <a:ea typeface="Times New Roman"/>
                <a:cs typeface="Times New Roman"/>
                <a:sym typeface="Times New Roman"/>
              </a:rPr>
              <a:t>4.Susanti et al. [5]</a:t>
            </a:r>
            <a:r>
              <a:rPr lang="en-US" sz="2800">
                <a:solidFill>
                  <a:schemeClr val="dk1"/>
                </a:solidFill>
                <a:latin typeface="Times New Roman"/>
                <a:ea typeface="Times New Roman"/>
                <a:cs typeface="Times New Roman"/>
                <a:sym typeface="Times New Roman"/>
              </a:rPr>
              <a:t> achieved high-precision tidal flood monitoring with an RMSE of </a:t>
            </a:r>
            <a:r>
              <a:rPr lang="en-US" sz="2800" b="1">
                <a:solidFill>
                  <a:schemeClr val="dk1"/>
                </a:solidFill>
                <a:latin typeface="Times New Roman"/>
                <a:ea typeface="Times New Roman"/>
                <a:cs typeface="Times New Roman"/>
                <a:sym typeface="Times New Roman"/>
              </a:rPr>
              <a:t>0.08943</a:t>
            </a:r>
            <a:r>
              <a:rPr lang="en-US" sz="2800">
                <a:solidFill>
                  <a:schemeClr val="dk1"/>
                </a:solidFill>
                <a:latin typeface="Times New Roman"/>
                <a:ea typeface="Times New Roman"/>
                <a:cs typeface="Times New Roman"/>
                <a:sym typeface="Times New Roman"/>
              </a:rPr>
              <a:t>. However, the absence of digital filtering made the system vulnerable to wave noise. </a:t>
            </a:r>
            <a:endParaRPr/>
          </a:p>
          <a:p>
            <a:pPr marL="0" marR="0" lvl="0" indent="0" algn="l" rtl="0">
              <a:spcBef>
                <a:spcPts val="0"/>
              </a:spcBef>
              <a:spcAft>
                <a:spcPts val="0"/>
              </a:spcAft>
              <a:buNone/>
            </a:pPr>
            <a:r>
              <a:rPr lang="en-US" sz="2800" b="1">
                <a:solidFill>
                  <a:schemeClr val="dk1"/>
                </a:solidFill>
                <a:latin typeface="Times New Roman"/>
                <a:ea typeface="Times New Roman"/>
                <a:cs typeface="Times New Roman"/>
                <a:sym typeface="Times New Roman"/>
              </a:rPr>
              <a:t>5.Mansuit et al. [6]</a:t>
            </a:r>
            <a:r>
              <a:rPr lang="en-US" sz="2800">
                <a:solidFill>
                  <a:schemeClr val="dk1"/>
                </a:solidFill>
                <a:latin typeface="Times New Roman"/>
                <a:ea typeface="Times New Roman"/>
                <a:cs typeface="Times New Roman"/>
                <a:sym typeface="Times New Roman"/>
              </a:rPr>
              <a:t> integrated water-level monitoring with temperature, humidity, and pressure using adaptive sampling. However, the system was evaluated only using simulated data, leaving its real-world performance unverified.</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9" name="Google Shape;149;p18"/>
          <p:cNvSpPr txBox="1"/>
          <p:nvPr/>
        </p:nvSpPr>
        <p:spPr>
          <a:xfrm>
            <a:off x="766500" y="561600"/>
            <a:ext cx="14935200" cy="1000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900">
                <a:solidFill>
                  <a:schemeClr val="lt1"/>
                </a:solidFill>
                <a:latin typeface="Times New Roman"/>
                <a:ea typeface="Times New Roman"/>
                <a:cs typeface="Times New Roman"/>
                <a:sym typeface="Times New Roman"/>
              </a:rPr>
              <a:t>Literature Review</a:t>
            </a:r>
            <a:endParaRPr sz="19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52593"/>
        </a:solidFill>
        <a:effectLst/>
      </p:bgPr>
    </p:bg>
    <p:spTree>
      <p:nvGrpSpPr>
        <p:cNvPr id="1" name="Shape 153"/>
        <p:cNvGrpSpPr/>
        <p:nvPr/>
      </p:nvGrpSpPr>
      <p:grpSpPr>
        <a:xfrm>
          <a:off x="0" y="0"/>
          <a:ext cx="0" cy="0"/>
          <a:chOff x="0" y="0"/>
          <a:chExt cx="0" cy="0"/>
        </a:xfrm>
      </p:grpSpPr>
      <p:sp>
        <p:nvSpPr>
          <p:cNvPr id="154" name="Google Shape;154;p19"/>
          <p:cNvSpPr/>
          <p:nvPr/>
        </p:nvSpPr>
        <p:spPr>
          <a:xfrm>
            <a:off x="381000" y="1562100"/>
            <a:ext cx="17449800" cy="8077200"/>
          </a:xfrm>
          <a:prstGeom prst="rect">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55" name="Google Shape;155;p19"/>
          <p:cNvSpPr txBox="1"/>
          <p:nvPr/>
        </p:nvSpPr>
        <p:spPr>
          <a:xfrm>
            <a:off x="457200" y="495300"/>
            <a:ext cx="14935200"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a:solidFill>
                  <a:schemeClr val="lt1"/>
                </a:solidFill>
                <a:latin typeface="Times New Roman"/>
                <a:ea typeface="Times New Roman"/>
                <a:cs typeface="Times New Roman"/>
                <a:sym typeface="Times New Roman"/>
              </a:rPr>
              <a:t>Literature Review</a:t>
            </a:r>
            <a:endParaRPr/>
          </a:p>
        </p:txBody>
      </p:sp>
      <p:sp>
        <p:nvSpPr>
          <p:cNvPr id="156" name="Google Shape;156;p19"/>
          <p:cNvSpPr txBox="1"/>
          <p:nvPr/>
        </p:nvSpPr>
        <p:spPr>
          <a:xfrm>
            <a:off x="685800" y="1952030"/>
            <a:ext cx="16916400" cy="6957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chemeClr val="dk1"/>
                </a:solidFill>
                <a:latin typeface="Times New Roman"/>
                <a:ea typeface="Times New Roman"/>
                <a:cs typeface="Times New Roman"/>
                <a:sym typeface="Times New Roman"/>
              </a:rPr>
              <a:t>Limitations:</a:t>
            </a:r>
            <a:endParaRPr/>
          </a:p>
          <a:p>
            <a:pPr marL="457200" marR="0" lvl="0" indent="-406400" algn="l" rtl="0">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Limited real-world and long-term testing. </a:t>
            </a:r>
            <a:endParaRPr/>
          </a:p>
          <a:p>
            <a:pPr marL="457200" marR="0" lvl="0" indent="-406400" algn="l" rtl="0">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GSM/network failures during extreme rainfall. </a:t>
            </a:r>
            <a:endParaRPr/>
          </a:p>
          <a:p>
            <a:pPr marL="457200" marR="0" lvl="0" indent="-406400" algn="l" rtl="0">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Sensor vulnerability to debris, sediment and wave noise. </a:t>
            </a:r>
            <a:endParaRPr/>
          </a:p>
          <a:p>
            <a:pPr marL="457200" marR="0" lvl="0" indent="-406400" algn="l" rtl="0">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Heavy reliance on simple fixed thresholds. </a:t>
            </a:r>
            <a:endParaRPr/>
          </a:p>
          <a:p>
            <a:pPr marL="457200" marR="0" lvl="0" indent="-406400" algn="l" rtl="0">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Lack of combined rainfall + water-level monitoring in several studies. </a:t>
            </a:r>
            <a:endParaRPr/>
          </a:p>
          <a:p>
            <a:pPr marL="457200" marR="0" lvl="0" indent="-406400" algn="l" rtl="0">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Some systems were tested only in laboratory or simulated environments</a:t>
            </a:r>
            <a:r>
              <a:rPr lang="en-US" sz="1800">
                <a:solidFill>
                  <a:schemeClr val="dk1"/>
                </a:solidFill>
                <a:latin typeface="Calibri"/>
                <a:ea typeface="Calibri"/>
                <a:cs typeface="Calibri"/>
                <a:sym typeface="Calibri"/>
              </a:rPr>
              <a:t>.</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2800" b="1">
                <a:solidFill>
                  <a:schemeClr val="dk1"/>
                </a:solidFill>
                <a:latin typeface="Calibri"/>
                <a:ea typeface="Calibri"/>
                <a:cs typeface="Calibri"/>
                <a:sym typeface="Calibri"/>
              </a:rPr>
              <a:t>How Our Work Is Better / Research Gap Addressed:</a:t>
            </a:r>
            <a:endParaRPr sz="2800">
              <a:solidFill>
                <a:schemeClr val="dk1"/>
              </a:solidFill>
              <a:latin typeface="Times New Roman"/>
              <a:ea typeface="Times New Roman"/>
              <a:cs typeface="Times New Roman"/>
              <a:sym typeface="Times New Roman"/>
            </a:endParaRPr>
          </a:p>
          <a:p>
            <a:pPr marL="457200" marR="0" lvl="0" indent="-406400" algn="l" rtl="0">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Combines water-level and rainfall sensors for more comprehensive flood detection. </a:t>
            </a:r>
            <a:endParaRPr/>
          </a:p>
          <a:p>
            <a:pPr marL="457200" marR="0" lvl="0" indent="-406400" algn="l" rtl="0">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Provides multiple alert mechanisms: SMS + buzzer + LED, rather than relying on only one communication channel. </a:t>
            </a:r>
            <a:endParaRPr/>
          </a:p>
          <a:p>
            <a:pPr marL="457200" marR="0" lvl="0" indent="-406400" algn="l" rtl="0">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Uses threshold-based reasoning/basic prediction to classify normal, warning and critical flood conditions. </a:t>
            </a:r>
            <a:endParaRPr/>
          </a:p>
          <a:p>
            <a:pPr marL="457200" marR="0" lvl="0" indent="-406400" algn="l" rtl="0">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Includes Tinkercad simulation to evaluate sensor-to-alert response and reliability before hardware deployment. </a:t>
            </a:r>
            <a:endParaRPr/>
          </a:p>
          <a:p>
            <a:pPr marL="457200" marR="0" lvl="0" indent="-406400" algn="l" rtl="0">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Focuses on a low-cost and scalable solution suitable for rural and underserved flood-prone areas.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52593"/>
        </a:solidFill>
        <a:effectLst/>
      </p:bgPr>
    </p:bg>
    <p:spTree>
      <p:nvGrpSpPr>
        <p:cNvPr id="1" name="Shape 160"/>
        <p:cNvGrpSpPr/>
        <p:nvPr/>
      </p:nvGrpSpPr>
      <p:grpSpPr>
        <a:xfrm>
          <a:off x="0" y="0"/>
          <a:ext cx="0" cy="0"/>
          <a:chOff x="0" y="0"/>
          <a:chExt cx="0" cy="0"/>
        </a:xfrm>
      </p:grpSpPr>
      <p:sp>
        <p:nvSpPr>
          <p:cNvPr id="161" name="Google Shape;161;p20"/>
          <p:cNvSpPr/>
          <p:nvPr/>
        </p:nvSpPr>
        <p:spPr>
          <a:xfrm>
            <a:off x="304800" y="1714500"/>
            <a:ext cx="17449800" cy="8077200"/>
          </a:xfrm>
          <a:prstGeom prst="rect">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62" name="Google Shape;162;p20"/>
          <p:cNvSpPr txBox="1"/>
          <p:nvPr/>
        </p:nvSpPr>
        <p:spPr>
          <a:xfrm>
            <a:off x="457200" y="495300"/>
            <a:ext cx="14935200"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b="1">
                <a:solidFill>
                  <a:schemeClr val="lt1"/>
                </a:solidFill>
                <a:latin typeface="Calibri"/>
                <a:ea typeface="Calibri"/>
                <a:cs typeface="Calibri"/>
                <a:sym typeface="Calibri"/>
              </a:rPr>
              <a:t>Research /</a:t>
            </a:r>
            <a:r>
              <a:rPr lang="en-US" sz="5400">
                <a:solidFill>
                  <a:schemeClr val="lt1"/>
                </a:solidFill>
                <a:latin typeface="Times New Roman"/>
                <a:ea typeface="Times New Roman"/>
                <a:cs typeface="Times New Roman"/>
                <a:sym typeface="Times New Roman"/>
              </a:rPr>
              <a:t>Working Method:</a:t>
            </a:r>
            <a:endParaRPr/>
          </a:p>
        </p:txBody>
      </p:sp>
      <p:sp>
        <p:nvSpPr>
          <p:cNvPr id="163" name="Google Shape;163;p20"/>
          <p:cNvSpPr txBox="1"/>
          <p:nvPr/>
        </p:nvSpPr>
        <p:spPr>
          <a:xfrm>
            <a:off x="685800" y="1714505"/>
            <a:ext cx="16916400" cy="8404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600" b="1">
                <a:solidFill>
                  <a:schemeClr val="dk1"/>
                </a:solidFill>
                <a:latin typeface="Times New Roman"/>
                <a:ea typeface="Times New Roman"/>
                <a:cs typeface="Times New Roman"/>
                <a:sym typeface="Times New Roman"/>
              </a:rPr>
              <a:t>1. Sensor Data Collection</a:t>
            </a:r>
            <a:endParaRPr sz="1600"/>
          </a:p>
          <a:p>
            <a:pPr marL="0" marR="0" lvl="0" indent="0" algn="l" rtl="0">
              <a:spcBef>
                <a:spcPts val="0"/>
              </a:spcBef>
              <a:spcAft>
                <a:spcPts val="0"/>
              </a:spcAft>
              <a:buNone/>
            </a:pPr>
            <a:r>
              <a:rPr lang="en-US" sz="2600">
                <a:solidFill>
                  <a:schemeClr val="dk1"/>
                </a:solidFill>
                <a:latin typeface="Times New Roman"/>
                <a:ea typeface="Times New Roman"/>
                <a:cs typeface="Times New Roman"/>
                <a:sym typeface="Times New Roman"/>
              </a:rPr>
              <a:t>Rain sensor detects the presence and intensity of rainfall. </a:t>
            </a:r>
            <a:endParaRPr sz="1600"/>
          </a:p>
          <a:p>
            <a:pPr marL="0" marR="0" lvl="0" indent="0" algn="l" rtl="0">
              <a:spcBef>
                <a:spcPts val="0"/>
              </a:spcBef>
              <a:spcAft>
                <a:spcPts val="0"/>
              </a:spcAft>
              <a:buNone/>
            </a:pPr>
            <a:r>
              <a:rPr lang="en-US" sz="2600">
                <a:solidFill>
                  <a:schemeClr val="dk1"/>
                </a:solidFill>
                <a:latin typeface="Times New Roman"/>
                <a:ea typeface="Times New Roman"/>
                <a:cs typeface="Times New Roman"/>
                <a:sym typeface="Times New Roman"/>
              </a:rPr>
              <a:t>Ultrasonic sensor (HC-SR04) measures the water level without direct contact. </a:t>
            </a:r>
            <a:endParaRPr sz="1600"/>
          </a:p>
          <a:p>
            <a:pPr marL="0" marR="0" lvl="0" indent="0" algn="l" rtl="0">
              <a:spcBef>
                <a:spcPts val="0"/>
              </a:spcBef>
              <a:spcAft>
                <a:spcPts val="0"/>
              </a:spcAft>
              <a:buNone/>
            </a:pPr>
            <a:r>
              <a:rPr lang="en-US" sz="2600">
                <a:solidFill>
                  <a:schemeClr val="dk1"/>
                </a:solidFill>
                <a:latin typeface="Times New Roman"/>
                <a:ea typeface="Times New Roman"/>
                <a:cs typeface="Times New Roman"/>
                <a:sym typeface="Times New Roman"/>
              </a:rPr>
              <a:t>Both sensors continuously send data to the Arduino Uno. </a:t>
            </a:r>
            <a:endParaRPr sz="1600"/>
          </a:p>
          <a:p>
            <a:pPr marL="0" marR="0" lvl="0" indent="0" algn="l" rtl="0">
              <a:spcBef>
                <a:spcPts val="0"/>
              </a:spcBef>
              <a:spcAft>
                <a:spcPts val="0"/>
              </a:spcAft>
              <a:buNone/>
            </a:pPr>
            <a:r>
              <a:rPr lang="en-US" sz="2600" b="1">
                <a:solidFill>
                  <a:schemeClr val="dk1"/>
                </a:solidFill>
                <a:latin typeface="Times New Roman"/>
                <a:ea typeface="Times New Roman"/>
                <a:cs typeface="Times New Roman"/>
                <a:sym typeface="Times New Roman"/>
              </a:rPr>
              <a:t>2. Data Processing &amp; Decision Making</a:t>
            </a:r>
            <a:endParaRPr sz="1600"/>
          </a:p>
          <a:p>
            <a:pPr marL="0" marR="0" lvl="0" indent="0" algn="l" rtl="0">
              <a:spcBef>
                <a:spcPts val="0"/>
              </a:spcBef>
              <a:spcAft>
                <a:spcPts val="0"/>
              </a:spcAft>
              <a:buNone/>
            </a:pPr>
            <a:r>
              <a:rPr lang="en-US" sz="2600">
                <a:solidFill>
                  <a:schemeClr val="dk1"/>
                </a:solidFill>
                <a:latin typeface="Times New Roman"/>
                <a:ea typeface="Times New Roman"/>
                <a:cs typeface="Times New Roman"/>
                <a:sym typeface="Times New Roman"/>
              </a:rPr>
              <a:t>Arduino processes the sensor readings in real time. </a:t>
            </a:r>
            <a:endParaRPr sz="1600"/>
          </a:p>
          <a:p>
            <a:pPr marL="0" marR="0" lvl="0" indent="0" algn="l" rtl="0">
              <a:spcBef>
                <a:spcPts val="0"/>
              </a:spcBef>
              <a:spcAft>
                <a:spcPts val="0"/>
              </a:spcAft>
              <a:buNone/>
            </a:pPr>
            <a:r>
              <a:rPr lang="en-US" sz="2600">
                <a:solidFill>
                  <a:schemeClr val="dk1"/>
                </a:solidFill>
                <a:latin typeface="Times New Roman"/>
                <a:ea typeface="Times New Roman"/>
                <a:cs typeface="Times New Roman"/>
                <a:sym typeface="Times New Roman"/>
              </a:rPr>
              <a:t>Predefined threshold values are used to classify the situation as: </a:t>
            </a:r>
            <a:endParaRPr sz="1600"/>
          </a:p>
          <a:p>
            <a:pPr marL="457200" marR="0" lvl="1" indent="0" algn="l" rtl="0">
              <a:spcBef>
                <a:spcPts val="0"/>
              </a:spcBef>
              <a:spcAft>
                <a:spcPts val="0"/>
              </a:spcAft>
              <a:buNone/>
            </a:pPr>
            <a:r>
              <a:rPr lang="en-US" sz="2600" b="0" i="0" u="none" strike="noStrike" cap="none">
                <a:solidFill>
                  <a:schemeClr val="dk1"/>
                </a:solidFill>
                <a:latin typeface="Times New Roman"/>
                <a:ea typeface="Times New Roman"/>
                <a:cs typeface="Times New Roman"/>
                <a:sym typeface="Times New Roman"/>
              </a:rPr>
              <a:t>🟢 </a:t>
            </a:r>
            <a:r>
              <a:rPr lang="en-US" sz="2600" b="1" i="0" u="none" strike="noStrike" cap="none">
                <a:solidFill>
                  <a:schemeClr val="dk1"/>
                </a:solidFill>
                <a:latin typeface="Times New Roman"/>
                <a:ea typeface="Times New Roman"/>
                <a:cs typeface="Times New Roman"/>
                <a:sym typeface="Times New Roman"/>
              </a:rPr>
              <a:t>Normal</a:t>
            </a:r>
            <a:r>
              <a:rPr lang="en-US" sz="2600" b="0" i="0" u="none" strike="noStrike" cap="none">
                <a:solidFill>
                  <a:schemeClr val="dk1"/>
                </a:solidFill>
                <a:latin typeface="Times New Roman"/>
                <a:ea typeface="Times New Roman"/>
                <a:cs typeface="Times New Roman"/>
                <a:sym typeface="Times New Roman"/>
              </a:rPr>
              <a:t> </a:t>
            </a:r>
            <a:endParaRPr sz="1600"/>
          </a:p>
          <a:p>
            <a:pPr marL="457200" marR="0" lvl="1" indent="0" algn="l" rtl="0">
              <a:spcBef>
                <a:spcPts val="0"/>
              </a:spcBef>
              <a:spcAft>
                <a:spcPts val="0"/>
              </a:spcAft>
              <a:buNone/>
            </a:pPr>
            <a:r>
              <a:rPr lang="en-US" sz="2600" b="0" i="0" u="none" strike="noStrike" cap="none">
                <a:solidFill>
                  <a:schemeClr val="dk1"/>
                </a:solidFill>
                <a:latin typeface="Times New Roman"/>
                <a:ea typeface="Times New Roman"/>
                <a:cs typeface="Times New Roman"/>
                <a:sym typeface="Times New Roman"/>
              </a:rPr>
              <a:t>🟡 </a:t>
            </a:r>
            <a:r>
              <a:rPr lang="en-US" sz="2600" b="1" i="0" u="none" strike="noStrike" cap="none">
                <a:solidFill>
                  <a:schemeClr val="dk1"/>
                </a:solidFill>
                <a:latin typeface="Times New Roman"/>
                <a:ea typeface="Times New Roman"/>
                <a:cs typeface="Times New Roman"/>
                <a:sym typeface="Times New Roman"/>
              </a:rPr>
              <a:t>Warning</a:t>
            </a:r>
            <a:r>
              <a:rPr lang="en-US" sz="2600" b="0" i="0" u="none" strike="noStrike" cap="none">
                <a:solidFill>
                  <a:schemeClr val="dk1"/>
                </a:solidFill>
                <a:latin typeface="Times New Roman"/>
                <a:ea typeface="Times New Roman"/>
                <a:cs typeface="Times New Roman"/>
                <a:sym typeface="Times New Roman"/>
              </a:rPr>
              <a:t> </a:t>
            </a:r>
            <a:endParaRPr sz="1600"/>
          </a:p>
          <a:p>
            <a:pPr marL="457200" marR="0" lvl="1" indent="0" algn="l" rtl="0">
              <a:spcBef>
                <a:spcPts val="0"/>
              </a:spcBef>
              <a:spcAft>
                <a:spcPts val="0"/>
              </a:spcAft>
              <a:buNone/>
            </a:pPr>
            <a:r>
              <a:rPr lang="en-US" sz="2600" b="0" i="0" u="none" strike="noStrike" cap="none">
                <a:solidFill>
                  <a:schemeClr val="dk1"/>
                </a:solidFill>
                <a:latin typeface="Times New Roman"/>
                <a:ea typeface="Times New Roman"/>
                <a:cs typeface="Times New Roman"/>
                <a:sym typeface="Times New Roman"/>
              </a:rPr>
              <a:t>🔴 </a:t>
            </a:r>
            <a:r>
              <a:rPr lang="en-US" sz="2600" b="1" i="0" u="none" strike="noStrike" cap="none">
                <a:solidFill>
                  <a:schemeClr val="dk1"/>
                </a:solidFill>
                <a:latin typeface="Times New Roman"/>
                <a:ea typeface="Times New Roman"/>
                <a:cs typeface="Times New Roman"/>
                <a:sym typeface="Times New Roman"/>
              </a:rPr>
              <a:t>Critical</a:t>
            </a:r>
            <a:r>
              <a:rPr lang="en-US" sz="2600" b="0" i="0" u="none" strike="noStrike" cap="none">
                <a:solidFill>
                  <a:schemeClr val="dk1"/>
                </a:solidFill>
                <a:latin typeface="Times New Roman"/>
                <a:ea typeface="Times New Roman"/>
                <a:cs typeface="Times New Roman"/>
                <a:sym typeface="Times New Roman"/>
              </a:rPr>
              <a:t> </a:t>
            </a:r>
            <a:endParaRPr sz="1600"/>
          </a:p>
          <a:p>
            <a:pPr marL="0" marR="0" lvl="0" indent="0" algn="l" rtl="0">
              <a:spcBef>
                <a:spcPts val="0"/>
              </a:spcBef>
              <a:spcAft>
                <a:spcPts val="0"/>
              </a:spcAft>
              <a:buNone/>
            </a:pPr>
            <a:r>
              <a:rPr lang="en-US" sz="2600">
                <a:solidFill>
                  <a:schemeClr val="dk1"/>
                </a:solidFill>
                <a:latin typeface="Times New Roman"/>
                <a:ea typeface="Times New Roman"/>
                <a:cs typeface="Times New Roman"/>
                <a:sym typeface="Times New Roman"/>
              </a:rPr>
              <a:t>Rainfall information is considered along with the water-level readings to improve flood detection. </a:t>
            </a:r>
            <a:endParaRPr sz="1600"/>
          </a:p>
          <a:p>
            <a:pPr marL="0" marR="0" lvl="0" indent="0" algn="l" rtl="0">
              <a:spcBef>
                <a:spcPts val="0"/>
              </a:spcBef>
              <a:spcAft>
                <a:spcPts val="0"/>
              </a:spcAft>
              <a:buNone/>
            </a:pPr>
            <a:r>
              <a:rPr lang="en-US" sz="2600" b="1">
                <a:solidFill>
                  <a:schemeClr val="dk1"/>
                </a:solidFill>
                <a:latin typeface="Times New Roman"/>
                <a:ea typeface="Times New Roman"/>
                <a:cs typeface="Times New Roman"/>
                <a:sym typeface="Times New Roman"/>
              </a:rPr>
              <a:t>3. Early Warning &amp; Monitoring</a:t>
            </a:r>
            <a:endParaRPr sz="1600"/>
          </a:p>
          <a:p>
            <a:pPr marL="0" marR="0" lvl="0" indent="0" algn="l" rtl="0">
              <a:spcBef>
                <a:spcPts val="0"/>
              </a:spcBef>
              <a:spcAft>
                <a:spcPts val="0"/>
              </a:spcAft>
              <a:buNone/>
            </a:pPr>
            <a:r>
              <a:rPr lang="en-US" sz="2600">
                <a:solidFill>
                  <a:schemeClr val="dk1"/>
                </a:solidFill>
                <a:latin typeface="Times New Roman"/>
                <a:ea typeface="Times New Roman"/>
                <a:cs typeface="Times New Roman"/>
                <a:sym typeface="Times New Roman"/>
              </a:rPr>
              <a:t>LCD displays the current water level and system status. </a:t>
            </a:r>
            <a:endParaRPr sz="1600"/>
          </a:p>
          <a:p>
            <a:pPr marL="0" marR="0" lvl="0" indent="0" algn="l" rtl="0">
              <a:spcBef>
                <a:spcPts val="0"/>
              </a:spcBef>
              <a:spcAft>
                <a:spcPts val="0"/>
              </a:spcAft>
              <a:buNone/>
            </a:pPr>
            <a:r>
              <a:rPr lang="en-US" sz="2600">
                <a:solidFill>
                  <a:schemeClr val="dk1"/>
                </a:solidFill>
                <a:latin typeface="Times New Roman"/>
                <a:ea typeface="Times New Roman"/>
                <a:cs typeface="Times New Roman"/>
                <a:sym typeface="Times New Roman"/>
              </a:rPr>
              <a:t>LED indicators show the flood severity. </a:t>
            </a:r>
            <a:endParaRPr sz="1600"/>
          </a:p>
          <a:p>
            <a:pPr marL="0" marR="0" lvl="0" indent="0" algn="l" rtl="0">
              <a:spcBef>
                <a:spcPts val="0"/>
              </a:spcBef>
              <a:spcAft>
                <a:spcPts val="0"/>
              </a:spcAft>
              <a:buNone/>
            </a:pPr>
            <a:r>
              <a:rPr lang="en-US" sz="2600">
                <a:solidFill>
                  <a:schemeClr val="dk1"/>
                </a:solidFill>
                <a:latin typeface="Times New Roman"/>
                <a:ea typeface="Times New Roman"/>
                <a:cs typeface="Times New Roman"/>
                <a:sym typeface="Times New Roman"/>
              </a:rPr>
              <a:t>Buzzer provides an immediate audible warning when a critical level is detected. </a:t>
            </a:r>
            <a:endParaRPr sz="1600"/>
          </a:p>
          <a:p>
            <a:pPr marL="0" marR="0" lvl="0" indent="0" algn="l" rtl="0">
              <a:spcBef>
                <a:spcPts val="0"/>
              </a:spcBef>
              <a:spcAft>
                <a:spcPts val="0"/>
              </a:spcAft>
              <a:buNone/>
            </a:pPr>
            <a:r>
              <a:rPr lang="en-US" sz="2600">
                <a:solidFill>
                  <a:schemeClr val="dk1"/>
                </a:solidFill>
                <a:latin typeface="Times New Roman"/>
                <a:ea typeface="Times New Roman"/>
                <a:cs typeface="Times New Roman"/>
                <a:sym typeface="Times New Roman"/>
              </a:rPr>
              <a:t>The system is designed as a low-cost, scalable solution for flood-prone areas. </a:t>
            </a:r>
            <a:endParaRPr sz="1600"/>
          </a:p>
          <a:p>
            <a:pPr marL="0" marR="0" lvl="0" indent="0" algn="l" rtl="0">
              <a:spcBef>
                <a:spcPts val="0"/>
              </a:spcBef>
              <a:spcAft>
                <a:spcPts val="0"/>
              </a:spcAft>
              <a:buNone/>
            </a:pPr>
            <a:r>
              <a:rPr lang="en-US" sz="2600" b="1">
                <a:solidFill>
                  <a:schemeClr val="dk1"/>
                </a:solidFill>
                <a:latin typeface="Times New Roman"/>
                <a:ea typeface="Times New Roman"/>
                <a:cs typeface="Times New Roman"/>
                <a:sym typeface="Times New Roman"/>
              </a:rPr>
              <a:t>4. Simulation &amp; Testing</a:t>
            </a:r>
            <a:endParaRPr sz="1600"/>
          </a:p>
          <a:p>
            <a:pPr marL="0" marR="0" lvl="0" indent="0" algn="l" rtl="0">
              <a:spcBef>
                <a:spcPts val="0"/>
              </a:spcBef>
              <a:spcAft>
                <a:spcPts val="0"/>
              </a:spcAft>
              <a:buNone/>
            </a:pPr>
            <a:r>
              <a:rPr lang="en-US" sz="2600">
                <a:solidFill>
                  <a:schemeClr val="dk1"/>
                </a:solidFill>
                <a:latin typeface="Times New Roman"/>
                <a:ea typeface="Times New Roman"/>
                <a:cs typeface="Times New Roman"/>
                <a:sym typeface="Times New Roman"/>
              </a:rPr>
              <a:t>The complete sensor-to-alert process is first tested in Tinkercad. </a:t>
            </a:r>
            <a:endParaRPr sz="1600"/>
          </a:p>
          <a:p>
            <a:pPr marL="0" marR="0" lvl="0" indent="0" algn="l" rtl="0">
              <a:spcBef>
                <a:spcPts val="0"/>
              </a:spcBef>
              <a:spcAft>
                <a:spcPts val="0"/>
              </a:spcAft>
              <a:buNone/>
            </a:pPr>
            <a:r>
              <a:rPr lang="en-US" sz="2600">
                <a:solidFill>
                  <a:schemeClr val="dk1"/>
                </a:solidFill>
                <a:latin typeface="Times New Roman"/>
                <a:ea typeface="Times New Roman"/>
                <a:cs typeface="Times New Roman"/>
                <a:sym typeface="Times New Roman"/>
              </a:rPr>
              <a:t>Different rainfall and water-level conditions are simulated. </a:t>
            </a:r>
            <a:endParaRPr sz="1600"/>
          </a:p>
          <a:p>
            <a:pPr marL="0" marR="0" lvl="0" indent="0" algn="l" rtl="0">
              <a:spcBef>
                <a:spcPts val="0"/>
              </a:spcBef>
              <a:spcAft>
                <a:spcPts val="0"/>
              </a:spcAft>
              <a:buNone/>
            </a:pPr>
            <a:r>
              <a:rPr lang="en-US" sz="2600">
                <a:solidFill>
                  <a:schemeClr val="dk1"/>
                </a:solidFill>
                <a:latin typeface="Times New Roman"/>
                <a:ea typeface="Times New Roman"/>
                <a:cs typeface="Times New Roman"/>
                <a:sym typeface="Times New Roman"/>
              </a:rPr>
              <a:t>Response time and system reliability are evaluated under different flood scenarios.</a:t>
            </a:r>
            <a:endParaRPr sz="1600"/>
          </a:p>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67"/>
        <p:cNvGrpSpPr/>
        <p:nvPr/>
      </p:nvGrpSpPr>
      <p:grpSpPr>
        <a:xfrm>
          <a:off x="0" y="0"/>
          <a:ext cx="0" cy="0"/>
          <a:chOff x="0" y="0"/>
          <a:chExt cx="0" cy="0"/>
        </a:xfrm>
      </p:grpSpPr>
      <p:sp>
        <p:nvSpPr>
          <p:cNvPr id="168" name="Google Shape;168;p21"/>
          <p:cNvSpPr txBox="1"/>
          <p:nvPr/>
        </p:nvSpPr>
        <p:spPr>
          <a:xfrm>
            <a:off x="381000" y="342900"/>
            <a:ext cx="15468600"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a:solidFill>
                  <a:schemeClr val="lt1"/>
                </a:solidFill>
                <a:highlight>
                  <a:schemeClr val="dk1"/>
                </a:highlight>
                <a:latin typeface="Times New Roman"/>
                <a:ea typeface="Times New Roman"/>
                <a:cs typeface="Times New Roman"/>
                <a:sym typeface="Times New Roman"/>
              </a:rPr>
              <a:t>Block Diagram:</a:t>
            </a:r>
            <a:endParaRPr>
              <a:solidFill>
                <a:schemeClr val="lt1"/>
              </a:solidFill>
              <a:highlight>
                <a:schemeClr val="dk1"/>
              </a:highlight>
            </a:endParaRPr>
          </a:p>
        </p:txBody>
      </p:sp>
      <p:pic>
        <p:nvPicPr>
          <p:cNvPr id="169" name="Google Shape;169;p21" title="ChatGPT Image Sep 1, 2026, 11_52_15 AM.png"/>
          <p:cNvPicPr preferRelativeResize="0"/>
          <p:nvPr/>
        </p:nvPicPr>
        <p:blipFill>
          <a:blip r:embed="rId3">
            <a:alphaModFix/>
          </a:blip>
          <a:stretch>
            <a:fillRect/>
          </a:stretch>
        </p:blipFill>
        <p:spPr>
          <a:xfrm>
            <a:off x="2144550" y="1050775"/>
            <a:ext cx="12314450" cy="893142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2"/>
          <p:cNvSpPr txBox="1">
            <a:spLocks noGrp="1"/>
          </p:cNvSpPr>
          <p:nvPr>
            <p:ph type="title"/>
          </p:nvPr>
        </p:nvSpPr>
        <p:spPr>
          <a:xfrm>
            <a:off x="457200" y="274650"/>
            <a:ext cx="15182700" cy="11433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a:t>Simulation</a:t>
            </a:r>
            <a:endParaRPr/>
          </a:p>
        </p:txBody>
      </p:sp>
      <p:pic>
        <p:nvPicPr>
          <p:cNvPr id="175" name="Google Shape;175;p22" title="image.png"/>
          <p:cNvPicPr preferRelativeResize="0"/>
          <p:nvPr/>
        </p:nvPicPr>
        <p:blipFill>
          <a:blip r:embed="rId3">
            <a:alphaModFix/>
          </a:blip>
          <a:stretch>
            <a:fillRect/>
          </a:stretch>
        </p:blipFill>
        <p:spPr>
          <a:xfrm>
            <a:off x="712200" y="1504975"/>
            <a:ext cx="13534826" cy="8309951"/>
          </a:xfrm>
          <a:prstGeom prst="rect">
            <a:avLst/>
          </a:prstGeom>
          <a:noFill/>
          <a:ln>
            <a:noFill/>
          </a:ln>
        </p:spPr>
      </p:pic>
      <p:sp>
        <p:nvSpPr>
          <p:cNvPr id="176" name="Google Shape;176;p22"/>
          <p:cNvSpPr txBox="1"/>
          <p:nvPr/>
        </p:nvSpPr>
        <p:spPr>
          <a:xfrm>
            <a:off x="14580750" y="3626325"/>
            <a:ext cx="3453300" cy="6093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200">
                <a:solidFill>
                  <a:schemeClr val="dk1"/>
                </a:solidFill>
                <a:latin typeface="Times New Roman"/>
                <a:ea typeface="Times New Roman"/>
                <a:cs typeface="Times New Roman"/>
                <a:sym typeface="Times New Roman"/>
              </a:rPr>
              <a:t>Fig1:</a:t>
            </a:r>
            <a:endParaRPr sz="32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r>
              <a:rPr lang="en-US" sz="3200">
                <a:solidFill>
                  <a:schemeClr val="dk1"/>
                </a:solidFill>
                <a:latin typeface="Times New Roman"/>
                <a:ea typeface="Times New Roman"/>
                <a:cs typeface="Times New Roman"/>
                <a:sym typeface="Times New Roman"/>
              </a:rPr>
              <a:t>Simulation of project with LED off in tinkercad</a:t>
            </a:r>
            <a:endParaRPr sz="3200">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pic>
        <p:nvPicPr>
          <p:cNvPr id="181" name="Google Shape;181;p23" title="image (3).png"/>
          <p:cNvPicPr preferRelativeResize="0"/>
          <p:nvPr/>
        </p:nvPicPr>
        <p:blipFill>
          <a:blip r:embed="rId3">
            <a:alphaModFix/>
          </a:blip>
          <a:stretch>
            <a:fillRect/>
          </a:stretch>
        </p:blipFill>
        <p:spPr>
          <a:xfrm>
            <a:off x="477825" y="1265350"/>
            <a:ext cx="12884151" cy="8494776"/>
          </a:xfrm>
          <a:prstGeom prst="rect">
            <a:avLst/>
          </a:prstGeom>
          <a:noFill/>
          <a:ln>
            <a:noFill/>
          </a:ln>
        </p:spPr>
      </p:pic>
      <p:sp>
        <p:nvSpPr>
          <p:cNvPr id="182" name="Google Shape;182;p23"/>
          <p:cNvSpPr txBox="1"/>
          <p:nvPr/>
        </p:nvSpPr>
        <p:spPr>
          <a:xfrm>
            <a:off x="13666650" y="3713675"/>
            <a:ext cx="4120500" cy="5034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200">
                <a:solidFill>
                  <a:schemeClr val="dk1"/>
                </a:solidFill>
                <a:latin typeface="Calibri"/>
                <a:ea typeface="Calibri"/>
                <a:cs typeface="Calibri"/>
                <a:sym typeface="Calibri"/>
              </a:rPr>
              <a:t>In Fig2:</a:t>
            </a:r>
            <a:endParaRPr sz="3200">
              <a:solidFill>
                <a:schemeClr val="dk1"/>
              </a:solidFill>
              <a:latin typeface="Calibri"/>
              <a:ea typeface="Calibri"/>
              <a:cs typeface="Calibri"/>
              <a:sym typeface="Calibri"/>
            </a:endParaRPr>
          </a:p>
          <a:p>
            <a:pPr marL="0" lvl="0" indent="0" algn="l" rtl="0">
              <a:spcBef>
                <a:spcPts val="0"/>
              </a:spcBef>
              <a:spcAft>
                <a:spcPts val="0"/>
              </a:spcAft>
              <a:buNone/>
            </a:pPr>
            <a:r>
              <a:rPr lang="en-US" sz="3200">
                <a:solidFill>
                  <a:schemeClr val="dk1"/>
                </a:solidFill>
                <a:latin typeface="Times New Roman"/>
                <a:ea typeface="Times New Roman"/>
                <a:cs typeface="Times New Roman"/>
                <a:sym typeface="Times New Roman"/>
              </a:rPr>
              <a:t>Simulation of project with LED ON in tinkercad</a:t>
            </a:r>
            <a:endParaRPr sz="3200">
              <a:solidFill>
                <a:schemeClr val="dk1"/>
              </a:solidFill>
              <a:latin typeface="Calibri"/>
              <a:ea typeface="Calibri"/>
              <a:cs typeface="Calibri"/>
              <a:sym typeface="Calibri"/>
            </a:endParaRPr>
          </a:p>
          <a:p>
            <a:pPr marL="0" lvl="0" indent="0" algn="l" rtl="0">
              <a:spcBef>
                <a:spcPts val="0"/>
              </a:spcBef>
              <a:spcAft>
                <a:spcPts val="0"/>
              </a:spcAft>
              <a:buNone/>
            </a:pPr>
            <a:endParaRPr sz="3200">
              <a:solidFill>
                <a:schemeClr val="dk1"/>
              </a:solidFill>
              <a:latin typeface="Calibri"/>
              <a:ea typeface="Calibri"/>
              <a:cs typeface="Calibri"/>
              <a:sym typeface="Calibri"/>
            </a:endParaRPr>
          </a:p>
          <a:p>
            <a:pPr marL="0" lvl="0" indent="0" algn="l" rtl="0">
              <a:spcBef>
                <a:spcPts val="0"/>
              </a:spcBef>
              <a:spcAft>
                <a:spcPts val="0"/>
              </a:spcAft>
              <a:buNone/>
            </a:pPr>
            <a:endParaRPr sz="3200">
              <a:solidFill>
                <a:schemeClr val="dk1"/>
              </a:solidFill>
              <a:latin typeface="Calibri"/>
              <a:ea typeface="Calibri"/>
              <a:cs typeface="Calibri"/>
              <a:sym typeface="Calibri"/>
            </a:endParaRPr>
          </a:p>
          <a:p>
            <a:pPr marL="0" lvl="0" indent="0" algn="l" rtl="0">
              <a:spcBef>
                <a:spcPts val="0"/>
              </a:spcBef>
              <a:spcAft>
                <a:spcPts val="0"/>
              </a:spcAft>
              <a:buNone/>
            </a:pPr>
            <a:endParaRPr sz="3200">
              <a:solidFill>
                <a:schemeClr val="dk1"/>
              </a:solidFill>
              <a:latin typeface="Calibri"/>
              <a:ea typeface="Calibri"/>
              <a:cs typeface="Calibri"/>
              <a:sym typeface="Calibri"/>
            </a:endParaRPr>
          </a:p>
        </p:txBody>
      </p:sp>
      <p:sp>
        <p:nvSpPr>
          <p:cNvPr id="183" name="Google Shape;183;p23"/>
          <p:cNvSpPr txBox="1">
            <a:spLocks noGrp="1"/>
          </p:cNvSpPr>
          <p:nvPr>
            <p:ph type="title"/>
          </p:nvPr>
        </p:nvSpPr>
        <p:spPr>
          <a:xfrm>
            <a:off x="616800" y="216600"/>
            <a:ext cx="15182700" cy="11433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a:t>Simulation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52593"/>
        </a:solidFill>
        <a:effectLst/>
      </p:bgPr>
    </p:bg>
    <p:spTree>
      <p:nvGrpSpPr>
        <p:cNvPr id="1" name="Shape 187"/>
        <p:cNvGrpSpPr/>
        <p:nvPr/>
      </p:nvGrpSpPr>
      <p:grpSpPr>
        <a:xfrm>
          <a:off x="0" y="0"/>
          <a:ext cx="0" cy="0"/>
          <a:chOff x="0" y="0"/>
          <a:chExt cx="0" cy="0"/>
        </a:xfrm>
      </p:grpSpPr>
      <p:sp>
        <p:nvSpPr>
          <p:cNvPr id="188" name="Google Shape;188;p24"/>
          <p:cNvSpPr/>
          <p:nvPr/>
        </p:nvSpPr>
        <p:spPr>
          <a:xfrm>
            <a:off x="304800" y="1714500"/>
            <a:ext cx="17449800" cy="8077200"/>
          </a:xfrm>
          <a:prstGeom prst="rect">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89" name="Google Shape;189;p24"/>
          <p:cNvSpPr txBox="1"/>
          <p:nvPr/>
        </p:nvSpPr>
        <p:spPr>
          <a:xfrm>
            <a:off x="457200" y="495300"/>
            <a:ext cx="14935200" cy="160043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1">
                <a:solidFill>
                  <a:schemeClr val="lt1"/>
                </a:solidFill>
                <a:latin typeface="Times New Roman"/>
                <a:ea typeface="Times New Roman"/>
                <a:cs typeface="Times New Roman"/>
                <a:sym typeface="Times New Roman"/>
              </a:rPr>
              <a:t>Description/Methodology of the Work</a:t>
            </a:r>
            <a:endParaRPr/>
          </a:p>
          <a:p>
            <a:pPr marL="0" marR="0" lvl="0" indent="0" algn="l" rtl="0">
              <a:spcBef>
                <a:spcPts val="0"/>
              </a:spcBef>
              <a:spcAft>
                <a:spcPts val="0"/>
              </a:spcAft>
              <a:buNone/>
            </a:pPr>
            <a:endParaRPr sz="5400">
              <a:solidFill>
                <a:schemeClr val="lt1"/>
              </a:solidFill>
              <a:latin typeface="Times New Roman"/>
              <a:ea typeface="Times New Roman"/>
              <a:cs typeface="Times New Roman"/>
              <a:sym typeface="Times New Roman"/>
            </a:endParaRPr>
          </a:p>
        </p:txBody>
      </p:sp>
      <p:sp>
        <p:nvSpPr>
          <p:cNvPr id="190" name="Google Shape;190;p24"/>
          <p:cNvSpPr txBox="1"/>
          <p:nvPr/>
        </p:nvSpPr>
        <p:spPr>
          <a:xfrm>
            <a:off x="685800" y="1952030"/>
            <a:ext cx="16916400" cy="7757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Calibri"/>
                <a:ea typeface="Calibri"/>
                <a:cs typeface="Calibri"/>
                <a:sym typeface="Calibri"/>
              </a:rPr>
              <a:t>1.System Design &amp; Components:</a:t>
            </a:r>
            <a:endParaRPr/>
          </a:p>
          <a:p>
            <a:pPr marL="0" marR="0" lvl="0" indent="0" algn="l" rtl="0">
              <a:spcBef>
                <a:spcPts val="0"/>
              </a:spcBef>
              <a:spcAft>
                <a:spcPts val="0"/>
              </a:spcAft>
              <a:buNone/>
            </a:pPr>
            <a:endParaRPr sz="2400" b="1">
              <a:solidFill>
                <a:schemeClr val="dk1"/>
              </a:solidFill>
              <a:latin typeface="Calibri"/>
              <a:ea typeface="Calibri"/>
              <a:cs typeface="Calibri"/>
              <a:sym typeface="Calibri"/>
            </a:endParaRPr>
          </a:p>
          <a:p>
            <a:pPr marL="457200" marR="0" lvl="0" indent="-381000" algn="l" rtl="0">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.The proposed system is a low-cost Arduino-based flood monitoring and early warning system. </a:t>
            </a:r>
            <a:endParaRPr/>
          </a:p>
          <a:p>
            <a:pPr marL="457200" marR="0" lvl="0" indent="-381000" algn="l" rtl="0">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.Arduino Uno acts as the main controller for processing sensor data. </a:t>
            </a:r>
            <a:endParaRPr/>
          </a:p>
          <a:p>
            <a:pPr marL="457200" marR="0" lvl="0" indent="-381000" algn="l" rtl="0">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.Rain sensor detects rainfall conditions. </a:t>
            </a:r>
            <a:endParaRPr/>
          </a:p>
          <a:p>
            <a:pPr marL="457200" marR="0" lvl="0" indent="-381000" algn="l" rtl="0">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.HC-SR04 ultrasonic sensor measures the water level without direct contact. </a:t>
            </a:r>
            <a:endParaRPr/>
          </a:p>
          <a:p>
            <a:pPr marL="457200" marR="0" lvl="0" indent="-381000" algn="l" rtl="0">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.LCD displays real-time water-level and system status. </a:t>
            </a:r>
            <a:endParaRPr/>
          </a:p>
          <a:p>
            <a:pPr marL="457200" marR="0" lvl="0" indent="-381000" algn="l" rtl="0">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.LEDs and buzzer provide visual and audible warnings. </a:t>
            </a:r>
            <a:endParaRPr/>
          </a:p>
          <a:p>
            <a:pPr marL="457200" marR="0" lvl="0" indent="-381000" algn="l" rtl="0">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.The system uses predefined threshold levels to identify different flood conditions.</a:t>
            </a:r>
            <a:endParaRPr/>
          </a:p>
          <a:p>
            <a:pPr marL="0" marR="0" lvl="0" indent="0" algn="l" rtl="0">
              <a:spcBef>
                <a:spcPts val="0"/>
              </a:spcBef>
              <a:spcAft>
                <a:spcPts val="0"/>
              </a:spcAft>
              <a:buNone/>
            </a:pPr>
            <a:endParaRPr sz="2400" b="1">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2400" b="1">
                <a:solidFill>
                  <a:schemeClr val="dk1"/>
                </a:solidFill>
                <a:latin typeface="Times New Roman"/>
                <a:ea typeface="Times New Roman"/>
                <a:cs typeface="Times New Roman"/>
                <a:sym typeface="Times New Roman"/>
              </a:rPr>
              <a:t>2.</a:t>
            </a:r>
            <a:r>
              <a:rPr lang="en-US" sz="2400" b="1">
                <a:solidFill>
                  <a:schemeClr val="dk1"/>
                </a:solidFill>
                <a:latin typeface="Calibri"/>
                <a:ea typeface="Calibri"/>
                <a:cs typeface="Calibri"/>
                <a:sym typeface="Calibri"/>
              </a:rPr>
              <a:t> System Working Method:</a:t>
            </a:r>
            <a:endParaRPr/>
          </a:p>
          <a:p>
            <a:pPr marL="457200" marR="0" lvl="0" indent="-381000" algn="l" rtl="0">
              <a:spcBef>
                <a:spcPts val="0"/>
              </a:spcBef>
              <a:spcAft>
                <a:spcPts val="0"/>
              </a:spcAft>
              <a:buClr>
                <a:schemeClr val="dk1"/>
              </a:buClr>
              <a:buSzPts val="2400"/>
              <a:buFont typeface="Calibri"/>
              <a:buAutoNum type="alphaLcPeriod"/>
            </a:pPr>
            <a:r>
              <a:rPr lang="en-US" sz="2400" b="1">
                <a:solidFill>
                  <a:schemeClr val="dk1"/>
                </a:solidFill>
                <a:latin typeface="Calibri"/>
                <a:ea typeface="Calibri"/>
                <a:cs typeface="Calibri"/>
                <a:sym typeface="Calibri"/>
              </a:rPr>
              <a:t>Rain Detection</a:t>
            </a:r>
            <a:r>
              <a:rPr lang="en-US" sz="2400">
                <a:solidFill>
                  <a:schemeClr val="dk1"/>
                </a:solidFill>
                <a:latin typeface="Calibri"/>
                <a:ea typeface="Calibri"/>
                <a:cs typeface="Calibri"/>
                <a:sym typeface="Calibri"/>
              </a:rPr>
              <a:t> </a:t>
            </a:r>
            <a:endParaRPr/>
          </a:p>
          <a:p>
            <a:pPr marL="457200" marR="0" lvl="1" indent="0" algn="l" rtl="0">
              <a:spcBef>
                <a:spcPts val="0"/>
              </a:spcBef>
              <a:spcAft>
                <a:spcPts val="0"/>
              </a:spcAft>
              <a:buNone/>
            </a:pPr>
            <a:r>
              <a:rPr lang="en-US" sz="2400" b="0" i="0" u="none" strike="noStrike" cap="none">
                <a:solidFill>
                  <a:schemeClr val="dk1"/>
                </a:solidFill>
                <a:latin typeface="Calibri"/>
                <a:ea typeface="Calibri"/>
                <a:cs typeface="Calibri"/>
                <a:sym typeface="Calibri"/>
              </a:rPr>
              <a:t>The rain sensor continuously monitors rainfall. </a:t>
            </a:r>
            <a:endParaRPr/>
          </a:p>
          <a:p>
            <a:pPr marL="457200" marR="0" lvl="0" indent="-381000" algn="l" rtl="0">
              <a:spcBef>
                <a:spcPts val="0"/>
              </a:spcBef>
              <a:spcAft>
                <a:spcPts val="0"/>
              </a:spcAft>
              <a:buClr>
                <a:schemeClr val="dk1"/>
              </a:buClr>
              <a:buSzPts val="2400"/>
              <a:buFont typeface="Calibri"/>
              <a:buAutoNum type="alphaLcPeriod"/>
            </a:pPr>
            <a:r>
              <a:rPr lang="en-US" sz="2400" b="1">
                <a:solidFill>
                  <a:schemeClr val="dk1"/>
                </a:solidFill>
                <a:latin typeface="Calibri"/>
                <a:ea typeface="Calibri"/>
                <a:cs typeface="Calibri"/>
                <a:sym typeface="Calibri"/>
              </a:rPr>
              <a:t>Water-Level Measurement</a:t>
            </a:r>
            <a:r>
              <a:rPr lang="en-US" sz="2400">
                <a:solidFill>
                  <a:schemeClr val="dk1"/>
                </a:solidFill>
                <a:latin typeface="Calibri"/>
                <a:ea typeface="Calibri"/>
                <a:cs typeface="Calibri"/>
                <a:sym typeface="Calibri"/>
              </a:rPr>
              <a:t> </a:t>
            </a:r>
            <a:endParaRPr/>
          </a:p>
          <a:p>
            <a:pPr marL="457200" marR="0" lvl="1" indent="0" algn="l" rtl="0">
              <a:spcBef>
                <a:spcPts val="0"/>
              </a:spcBef>
              <a:spcAft>
                <a:spcPts val="0"/>
              </a:spcAft>
              <a:buNone/>
            </a:pPr>
            <a:r>
              <a:rPr lang="en-US" sz="2400" b="0" i="0" u="none" strike="noStrike" cap="none">
                <a:solidFill>
                  <a:schemeClr val="dk1"/>
                </a:solidFill>
                <a:latin typeface="Calibri"/>
                <a:ea typeface="Calibri"/>
                <a:cs typeface="Calibri"/>
                <a:sym typeface="Calibri"/>
              </a:rPr>
              <a:t>The ultrasonic sensor measures the distance between the sensor and water surface. </a:t>
            </a:r>
            <a:endParaRPr/>
          </a:p>
          <a:p>
            <a:pPr marL="457200" marR="0" lvl="0" indent="-381000" algn="l" rtl="0">
              <a:spcBef>
                <a:spcPts val="0"/>
              </a:spcBef>
              <a:spcAft>
                <a:spcPts val="0"/>
              </a:spcAft>
              <a:buClr>
                <a:schemeClr val="dk1"/>
              </a:buClr>
              <a:buSzPts val="2400"/>
              <a:buFont typeface="Calibri"/>
              <a:buAutoNum type="alphaLcPeriod"/>
            </a:pPr>
            <a:r>
              <a:rPr lang="en-US" sz="2400" b="1">
                <a:solidFill>
                  <a:schemeClr val="dk1"/>
                </a:solidFill>
                <a:latin typeface="Calibri"/>
                <a:ea typeface="Calibri"/>
                <a:cs typeface="Calibri"/>
                <a:sym typeface="Calibri"/>
              </a:rPr>
              <a:t>Data Processing</a:t>
            </a:r>
            <a:r>
              <a:rPr lang="en-US" sz="2400">
                <a:solidFill>
                  <a:schemeClr val="dk1"/>
                </a:solidFill>
                <a:latin typeface="Calibri"/>
                <a:ea typeface="Calibri"/>
                <a:cs typeface="Calibri"/>
                <a:sym typeface="Calibri"/>
              </a:rPr>
              <a:t> </a:t>
            </a:r>
            <a:endParaRPr/>
          </a:p>
          <a:p>
            <a:pPr marL="457200" marR="0" lvl="1" indent="0" algn="l" rtl="0">
              <a:spcBef>
                <a:spcPts val="0"/>
              </a:spcBef>
              <a:spcAft>
                <a:spcPts val="0"/>
              </a:spcAft>
              <a:buNone/>
            </a:pPr>
            <a:r>
              <a:rPr lang="en-US" sz="2400" b="0" i="0" u="none" strike="noStrike" cap="none">
                <a:solidFill>
                  <a:schemeClr val="dk1"/>
                </a:solidFill>
                <a:latin typeface="Calibri"/>
                <a:ea typeface="Calibri"/>
                <a:cs typeface="Calibri"/>
                <a:sym typeface="Calibri"/>
              </a:rPr>
              <a:t>Arduino receives and processes both sensor readings. </a:t>
            </a:r>
            <a:endParaRPr/>
          </a:p>
          <a:p>
            <a:pPr marL="457200" marR="0" lvl="0" indent="-381000" algn="l" rtl="0">
              <a:spcBef>
                <a:spcPts val="0"/>
              </a:spcBef>
              <a:spcAft>
                <a:spcPts val="0"/>
              </a:spcAft>
              <a:buClr>
                <a:schemeClr val="dk1"/>
              </a:buClr>
              <a:buSzPts val="2400"/>
              <a:buFont typeface="Calibri"/>
              <a:buAutoNum type="alphaLcPeriod"/>
            </a:pPr>
            <a:r>
              <a:rPr lang="en-US" sz="2400" b="1">
                <a:solidFill>
                  <a:schemeClr val="dk1"/>
                </a:solidFill>
                <a:latin typeface="Calibri"/>
                <a:ea typeface="Calibri"/>
                <a:cs typeface="Calibri"/>
                <a:sym typeface="Calibri"/>
              </a:rPr>
              <a:t>Flood-Level Classification</a:t>
            </a:r>
            <a:r>
              <a:rPr lang="en-US" sz="2400">
                <a:solidFill>
                  <a:schemeClr val="dk1"/>
                </a:solidFill>
                <a:latin typeface="Calibri"/>
                <a:ea typeface="Calibri"/>
                <a:cs typeface="Calibri"/>
                <a:sym typeface="Calibri"/>
              </a:rPr>
              <a:t> </a:t>
            </a:r>
            <a:endParaRPr/>
          </a:p>
          <a:p>
            <a:pPr marL="457200" marR="0" lvl="1" indent="0" algn="l" rtl="0">
              <a:spcBef>
                <a:spcPts val="0"/>
              </a:spcBef>
              <a:spcAft>
                <a:spcPts val="0"/>
              </a:spcAft>
              <a:buNone/>
            </a:pPr>
            <a:r>
              <a:rPr lang="en-US" sz="2400" b="0" i="0" u="none" strike="noStrike" cap="none">
                <a:solidFill>
                  <a:schemeClr val="dk1"/>
                </a:solidFill>
                <a:latin typeface="Calibri"/>
                <a:ea typeface="Calibri"/>
                <a:cs typeface="Calibri"/>
                <a:sym typeface="Calibri"/>
              </a:rPr>
              <a:t>Sensor values are compared with predefined thresholds. </a:t>
            </a:r>
            <a:endParaRPr/>
          </a:p>
          <a:p>
            <a:pPr marL="457200" marR="0" lvl="1" indent="0" algn="l" rtl="0">
              <a:spcBef>
                <a:spcPts val="0"/>
              </a:spcBef>
              <a:spcAft>
                <a:spcPts val="0"/>
              </a:spcAft>
              <a:buNone/>
            </a:pPr>
            <a:r>
              <a:rPr lang="en-US" sz="2400" b="0" i="0" u="none" strike="noStrike" cap="none">
                <a:solidFill>
                  <a:schemeClr val="dk1"/>
                </a:solidFill>
                <a:latin typeface="Calibri"/>
                <a:ea typeface="Calibri"/>
                <a:cs typeface="Calibri"/>
                <a:sym typeface="Calibri"/>
              </a:rPr>
              <a:t>The system identifies Normal, Warning, or Critical conditions. </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52593"/>
        </a:solidFill>
        <a:effectLst/>
      </p:bgPr>
    </p:bg>
    <p:spTree>
      <p:nvGrpSpPr>
        <p:cNvPr id="1" name="Shape 194"/>
        <p:cNvGrpSpPr/>
        <p:nvPr/>
      </p:nvGrpSpPr>
      <p:grpSpPr>
        <a:xfrm>
          <a:off x="0" y="0"/>
          <a:ext cx="0" cy="0"/>
          <a:chOff x="0" y="0"/>
          <a:chExt cx="0" cy="0"/>
        </a:xfrm>
      </p:grpSpPr>
      <p:sp>
        <p:nvSpPr>
          <p:cNvPr id="195" name="Google Shape;195;p25"/>
          <p:cNvSpPr/>
          <p:nvPr/>
        </p:nvSpPr>
        <p:spPr>
          <a:xfrm>
            <a:off x="419100" y="1612950"/>
            <a:ext cx="17449800" cy="8077200"/>
          </a:xfrm>
          <a:prstGeom prst="rect">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96" name="Google Shape;196;p25"/>
          <p:cNvSpPr txBox="1"/>
          <p:nvPr/>
        </p:nvSpPr>
        <p:spPr>
          <a:xfrm>
            <a:off x="457200" y="495300"/>
            <a:ext cx="14935200" cy="1600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1">
                <a:solidFill>
                  <a:schemeClr val="lt1"/>
                </a:solidFill>
                <a:latin typeface="Times New Roman"/>
                <a:ea typeface="Times New Roman"/>
                <a:cs typeface="Times New Roman"/>
                <a:sym typeface="Times New Roman"/>
              </a:rPr>
              <a:t>Picture of Setup</a:t>
            </a:r>
            <a:endParaRPr/>
          </a:p>
          <a:p>
            <a:pPr marL="0" marR="0" lvl="0" indent="0" algn="l" rtl="0">
              <a:spcBef>
                <a:spcPts val="0"/>
              </a:spcBef>
              <a:spcAft>
                <a:spcPts val="0"/>
              </a:spcAft>
              <a:buNone/>
            </a:pPr>
            <a:endParaRPr sz="5400">
              <a:solidFill>
                <a:schemeClr val="lt1"/>
              </a:solidFill>
              <a:latin typeface="Times New Roman"/>
              <a:ea typeface="Times New Roman"/>
              <a:cs typeface="Times New Roman"/>
              <a:sym typeface="Times New Roman"/>
            </a:endParaRPr>
          </a:p>
        </p:txBody>
      </p:sp>
      <p:sp>
        <p:nvSpPr>
          <p:cNvPr id="197" name="Google Shape;197;p25"/>
          <p:cNvSpPr txBox="1"/>
          <p:nvPr/>
        </p:nvSpPr>
        <p:spPr>
          <a:xfrm>
            <a:off x="685800" y="1952030"/>
            <a:ext cx="169164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8" name="Google Shape;198;p25"/>
          <p:cNvSpPr txBox="1"/>
          <p:nvPr/>
        </p:nvSpPr>
        <p:spPr>
          <a:xfrm>
            <a:off x="1957425" y="8943175"/>
            <a:ext cx="6079200" cy="415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00">
                <a:latin typeface="Times New Roman"/>
                <a:ea typeface="Times New Roman"/>
                <a:cs typeface="Times New Roman"/>
                <a:sym typeface="Times New Roman"/>
              </a:rPr>
              <a:t>Fig3: Setup with LED on showing not raining</a:t>
            </a:r>
            <a:endParaRPr sz="2100">
              <a:latin typeface="Times New Roman"/>
              <a:ea typeface="Times New Roman"/>
              <a:cs typeface="Times New Roman"/>
              <a:sym typeface="Times New Roman"/>
            </a:endParaRPr>
          </a:p>
        </p:txBody>
      </p:sp>
      <p:pic>
        <p:nvPicPr>
          <p:cNvPr id="199" name="Google Shape;199;p25"/>
          <p:cNvPicPr preferRelativeResize="0"/>
          <p:nvPr/>
        </p:nvPicPr>
        <p:blipFill>
          <a:blip r:embed="rId3">
            <a:alphaModFix/>
          </a:blip>
          <a:stretch>
            <a:fillRect/>
          </a:stretch>
        </p:blipFill>
        <p:spPr>
          <a:xfrm>
            <a:off x="1957425" y="1765275"/>
            <a:ext cx="5666525" cy="6992025"/>
          </a:xfrm>
          <a:prstGeom prst="rect">
            <a:avLst/>
          </a:prstGeom>
          <a:solidFill>
            <a:schemeClr val="lt1"/>
          </a:solidFill>
          <a:ln w="25400" cap="flat" cmpd="sng">
            <a:solidFill>
              <a:schemeClr val="accent6"/>
            </a:solidFill>
            <a:prstDash val="solid"/>
            <a:round/>
            <a:headEnd type="none" w="sm" len="sm"/>
            <a:tailEnd type="none" w="sm" len="sm"/>
          </a:ln>
        </p:spPr>
      </p:pic>
      <p:pic>
        <p:nvPicPr>
          <p:cNvPr id="200" name="Google Shape;200;p25"/>
          <p:cNvPicPr preferRelativeResize="0"/>
          <p:nvPr/>
        </p:nvPicPr>
        <p:blipFill rotWithShape="1">
          <a:blip r:embed="rId4">
            <a:alphaModFix/>
          </a:blip>
          <a:srcRect l="3166" t="6899"/>
          <a:stretch/>
        </p:blipFill>
        <p:spPr>
          <a:xfrm>
            <a:off x="9941800" y="1798763"/>
            <a:ext cx="5228275" cy="6925050"/>
          </a:xfrm>
          <a:prstGeom prst="rect">
            <a:avLst/>
          </a:prstGeom>
          <a:solidFill>
            <a:schemeClr val="lt1"/>
          </a:solidFill>
          <a:ln w="25400" cap="flat" cmpd="sng">
            <a:solidFill>
              <a:schemeClr val="accent6"/>
            </a:solidFill>
            <a:prstDash val="solid"/>
            <a:round/>
            <a:headEnd type="none" w="sm" len="sm"/>
            <a:tailEnd type="none" w="sm" len="sm"/>
          </a:ln>
        </p:spPr>
      </p:pic>
      <p:sp>
        <p:nvSpPr>
          <p:cNvPr id="201" name="Google Shape;201;p25"/>
          <p:cNvSpPr txBox="1"/>
          <p:nvPr/>
        </p:nvSpPr>
        <p:spPr>
          <a:xfrm>
            <a:off x="9879525" y="8943175"/>
            <a:ext cx="5932200" cy="38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a:solidFill>
                  <a:schemeClr val="dk2"/>
                </a:solidFill>
                <a:latin typeface="Times New Roman"/>
                <a:ea typeface="Times New Roman"/>
                <a:cs typeface="Times New Roman"/>
                <a:sym typeface="Times New Roman"/>
              </a:rPr>
              <a:t>Fig4: Setup with LED on showing raining</a:t>
            </a:r>
            <a:endParaRPr sz="2400">
              <a:solidFill>
                <a:schemeClr val="dk2"/>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52593"/>
        </a:solidFill>
        <a:effectLst/>
      </p:bgPr>
    </p:bg>
    <p:spTree>
      <p:nvGrpSpPr>
        <p:cNvPr id="1" name="Shape 205"/>
        <p:cNvGrpSpPr/>
        <p:nvPr/>
      </p:nvGrpSpPr>
      <p:grpSpPr>
        <a:xfrm>
          <a:off x="0" y="0"/>
          <a:ext cx="0" cy="0"/>
          <a:chOff x="0" y="0"/>
          <a:chExt cx="0" cy="0"/>
        </a:xfrm>
      </p:grpSpPr>
      <p:sp>
        <p:nvSpPr>
          <p:cNvPr id="206" name="Google Shape;206;p26"/>
          <p:cNvSpPr/>
          <p:nvPr/>
        </p:nvSpPr>
        <p:spPr>
          <a:xfrm>
            <a:off x="304800" y="1714500"/>
            <a:ext cx="17449800" cy="8077200"/>
          </a:xfrm>
          <a:prstGeom prst="rect">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07" name="Google Shape;207;p26"/>
          <p:cNvSpPr txBox="1"/>
          <p:nvPr/>
        </p:nvSpPr>
        <p:spPr>
          <a:xfrm>
            <a:off x="457200" y="495300"/>
            <a:ext cx="14935200" cy="160043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1">
                <a:solidFill>
                  <a:schemeClr val="lt1"/>
                </a:solidFill>
                <a:latin typeface="Times New Roman"/>
                <a:ea typeface="Times New Roman"/>
                <a:cs typeface="Times New Roman"/>
                <a:sym typeface="Times New Roman"/>
              </a:rPr>
              <a:t>Equations/Mathematical Model</a:t>
            </a:r>
            <a:endParaRPr/>
          </a:p>
          <a:p>
            <a:pPr marL="0" marR="0" lvl="0" indent="0" algn="l" rtl="0">
              <a:spcBef>
                <a:spcPts val="0"/>
              </a:spcBef>
              <a:spcAft>
                <a:spcPts val="0"/>
              </a:spcAft>
              <a:buNone/>
            </a:pPr>
            <a:endParaRPr sz="5400">
              <a:solidFill>
                <a:schemeClr val="lt1"/>
              </a:solidFill>
              <a:latin typeface="Times New Roman"/>
              <a:ea typeface="Times New Roman"/>
              <a:cs typeface="Times New Roman"/>
              <a:sym typeface="Times New Roman"/>
            </a:endParaRPr>
          </a:p>
        </p:txBody>
      </p:sp>
      <p:sp>
        <p:nvSpPr>
          <p:cNvPr id="208" name="Google Shape;208;p26"/>
          <p:cNvSpPr txBox="1"/>
          <p:nvPr/>
        </p:nvSpPr>
        <p:spPr>
          <a:xfrm>
            <a:off x="495300" y="1714500"/>
            <a:ext cx="17297400" cy="8340300"/>
          </a:xfrm>
          <a:prstGeom prst="rect">
            <a:avLst/>
          </a:prstGeom>
          <a:blipFill rotWithShape="1">
            <a:blip r:embed="rId3">
              <a:alphaModFix/>
            </a:blip>
            <a:stretch>
              <a:fillRect l="-577" t="-61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Calibri"/>
                <a:ea typeface="Calibri"/>
                <a:cs typeface="Calibri"/>
                <a:sym typeface="Calibri"/>
              </a:rPr>
              <a:t>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52593"/>
        </a:solidFill>
        <a:effectLst/>
      </p:bgPr>
    </p:bg>
    <p:spTree>
      <p:nvGrpSpPr>
        <p:cNvPr id="1" name="Shape 212"/>
        <p:cNvGrpSpPr/>
        <p:nvPr/>
      </p:nvGrpSpPr>
      <p:grpSpPr>
        <a:xfrm>
          <a:off x="0" y="0"/>
          <a:ext cx="0" cy="0"/>
          <a:chOff x="0" y="0"/>
          <a:chExt cx="0" cy="0"/>
        </a:xfrm>
      </p:grpSpPr>
      <p:sp>
        <p:nvSpPr>
          <p:cNvPr id="213" name="Google Shape;213;p27"/>
          <p:cNvSpPr/>
          <p:nvPr/>
        </p:nvSpPr>
        <p:spPr>
          <a:xfrm>
            <a:off x="367145" y="1611732"/>
            <a:ext cx="17449800" cy="8077200"/>
          </a:xfrm>
          <a:prstGeom prst="rect">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14" name="Google Shape;214;p27"/>
          <p:cNvSpPr txBox="1"/>
          <p:nvPr/>
        </p:nvSpPr>
        <p:spPr>
          <a:xfrm>
            <a:off x="678875" y="282650"/>
            <a:ext cx="14935200" cy="18471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6000" b="1">
                <a:solidFill>
                  <a:schemeClr val="lt1"/>
                </a:solidFill>
                <a:latin typeface="Times New Roman"/>
                <a:ea typeface="Times New Roman"/>
                <a:cs typeface="Times New Roman"/>
                <a:sym typeface="Times New Roman"/>
              </a:rPr>
              <a:t>Survey Report:</a:t>
            </a:r>
            <a:endParaRPr sz="3000"/>
          </a:p>
          <a:p>
            <a:pPr marL="0" marR="0" lvl="0" indent="0" algn="l" rtl="0">
              <a:spcBef>
                <a:spcPts val="0"/>
              </a:spcBef>
              <a:spcAft>
                <a:spcPts val="0"/>
              </a:spcAft>
              <a:buNone/>
            </a:pPr>
            <a:endParaRPr sz="5400">
              <a:solidFill>
                <a:schemeClr val="lt1"/>
              </a:solidFill>
              <a:latin typeface="Times New Roman"/>
              <a:ea typeface="Times New Roman"/>
              <a:cs typeface="Times New Roman"/>
              <a:sym typeface="Times New Roman"/>
            </a:endParaRPr>
          </a:p>
        </p:txBody>
      </p:sp>
      <p:sp>
        <p:nvSpPr>
          <p:cNvPr id="215" name="Google Shape;215;p27"/>
          <p:cNvSpPr txBox="1"/>
          <p:nvPr/>
        </p:nvSpPr>
        <p:spPr>
          <a:xfrm>
            <a:off x="8509496" y="6408979"/>
            <a:ext cx="109104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Fig6: Survey Result </a:t>
            </a:r>
            <a:endParaRPr/>
          </a:p>
        </p:txBody>
      </p:sp>
      <p:pic>
        <p:nvPicPr>
          <p:cNvPr id="216" name="Google Shape;216;p27"/>
          <p:cNvPicPr preferRelativeResize="0"/>
          <p:nvPr/>
        </p:nvPicPr>
        <p:blipFill rotWithShape="1">
          <a:blip r:embed="rId3">
            <a:alphaModFix/>
          </a:blip>
          <a:srcRect/>
          <a:stretch/>
        </p:blipFill>
        <p:spPr>
          <a:xfrm>
            <a:off x="678875" y="1866900"/>
            <a:ext cx="6080656" cy="4542076"/>
          </a:xfrm>
          <a:prstGeom prst="rect">
            <a:avLst/>
          </a:prstGeom>
          <a:noFill/>
          <a:ln>
            <a:noFill/>
          </a:ln>
        </p:spPr>
      </p:pic>
      <p:pic>
        <p:nvPicPr>
          <p:cNvPr id="217" name="Google Shape;217;p27"/>
          <p:cNvPicPr preferRelativeResize="0"/>
          <p:nvPr/>
        </p:nvPicPr>
        <p:blipFill rotWithShape="1">
          <a:blip r:embed="rId4">
            <a:alphaModFix/>
          </a:blip>
          <a:srcRect/>
          <a:stretch/>
        </p:blipFill>
        <p:spPr>
          <a:xfrm>
            <a:off x="8396450" y="2749911"/>
            <a:ext cx="8210550" cy="3543300"/>
          </a:xfrm>
          <a:prstGeom prst="rect">
            <a:avLst/>
          </a:prstGeom>
          <a:noFill/>
          <a:ln>
            <a:noFill/>
          </a:ln>
        </p:spPr>
      </p:pic>
      <p:pic>
        <p:nvPicPr>
          <p:cNvPr id="218" name="Google Shape;218;p27" title="nigga.PNG"/>
          <p:cNvPicPr preferRelativeResize="0"/>
          <p:nvPr/>
        </p:nvPicPr>
        <p:blipFill>
          <a:blip r:embed="rId5">
            <a:alphaModFix/>
          </a:blip>
          <a:stretch>
            <a:fillRect/>
          </a:stretch>
        </p:blipFill>
        <p:spPr>
          <a:xfrm>
            <a:off x="2272550" y="7350050"/>
            <a:ext cx="14661971" cy="2012650"/>
          </a:xfrm>
          <a:prstGeom prst="rect">
            <a:avLst/>
          </a:prstGeom>
          <a:noFill/>
          <a:ln>
            <a:noFill/>
          </a:ln>
        </p:spPr>
      </p:pic>
      <p:sp>
        <p:nvSpPr>
          <p:cNvPr id="219" name="Google Shape;219;p27"/>
          <p:cNvSpPr txBox="1"/>
          <p:nvPr/>
        </p:nvSpPr>
        <p:spPr>
          <a:xfrm>
            <a:off x="1085850" y="6408975"/>
            <a:ext cx="4979400" cy="562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1800">
                <a:solidFill>
                  <a:schemeClr val="dk1"/>
                </a:solidFill>
                <a:latin typeface="Calibri"/>
                <a:ea typeface="Calibri"/>
                <a:cs typeface="Calibri"/>
                <a:sym typeface="Calibri"/>
              </a:rPr>
              <a:t>Fig5: Distribution of respondents' prior flood experience</a:t>
            </a:r>
            <a:endParaRPr sz="1800">
              <a:solidFill>
                <a:schemeClr val="dk1"/>
              </a:solidFill>
              <a:latin typeface="Calibri"/>
              <a:ea typeface="Calibri"/>
              <a:cs typeface="Calibri"/>
              <a:sym typeface="Calibri"/>
            </a:endParaRPr>
          </a:p>
          <a:p>
            <a:pPr marL="0" lvl="0" indent="0" algn="l" rtl="0">
              <a:spcBef>
                <a:spcPts val="0"/>
              </a:spcBef>
              <a:spcAft>
                <a:spcPts val="0"/>
              </a:spcAft>
              <a:buNone/>
            </a:pPr>
            <a:endParaRPr sz="3200">
              <a:solidFill>
                <a:schemeClr val="dk1"/>
              </a:solidFill>
              <a:latin typeface="Calibri"/>
              <a:ea typeface="Calibri"/>
              <a:cs typeface="Calibri"/>
              <a:sym typeface="Calibri"/>
            </a:endParaRPr>
          </a:p>
        </p:txBody>
      </p:sp>
      <p:sp>
        <p:nvSpPr>
          <p:cNvPr id="220" name="Google Shape;220;p27"/>
          <p:cNvSpPr txBox="1"/>
          <p:nvPr/>
        </p:nvSpPr>
        <p:spPr>
          <a:xfrm>
            <a:off x="10273100" y="2406275"/>
            <a:ext cx="6080700" cy="823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1800">
                <a:solidFill>
                  <a:schemeClr val="dk1"/>
                </a:solidFill>
                <a:latin typeface="Calibri"/>
                <a:ea typeface="Calibri"/>
                <a:cs typeface="Calibri"/>
                <a:sym typeface="Calibri"/>
              </a:rPr>
              <a:t>Which problems do you face during flooding?</a:t>
            </a:r>
            <a:endParaRPr sz="1800">
              <a:solidFill>
                <a:schemeClr val="dk1"/>
              </a:solidFill>
              <a:latin typeface="Calibri"/>
              <a:ea typeface="Calibri"/>
              <a:cs typeface="Calibri"/>
              <a:sym typeface="Calibri"/>
            </a:endParaRPr>
          </a:p>
          <a:p>
            <a:pPr marL="0" lvl="0" indent="0" algn="l" rtl="0">
              <a:spcBef>
                <a:spcPts val="0"/>
              </a:spcBef>
              <a:spcAft>
                <a:spcPts val="0"/>
              </a:spcAft>
              <a:buNone/>
            </a:pPr>
            <a:endParaRPr sz="32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52593"/>
        </a:solidFill>
        <a:effectLst/>
      </p:bgPr>
    </p:bg>
    <p:spTree>
      <p:nvGrpSpPr>
        <p:cNvPr id="1" name="Shape 224"/>
        <p:cNvGrpSpPr/>
        <p:nvPr/>
      </p:nvGrpSpPr>
      <p:grpSpPr>
        <a:xfrm>
          <a:off x="0" y="0"/>
          <a:ext cx="0" cy="0"/>
          <a:chOff x="0" y="0"/>
          <a:chExt cx="0" cy="0"/>
        </a:xfrm>
      </p:grpSpPr>
      <p:sp>
        <p:nvSpPr>
          <p:cNvPr id="225" name="Google Shape;225;p28"/>
          <p:cNvSpPr/>
          <p:nvPr/>
        </p:nvSpPr>
        <p:spPr>
          <a:xfrm>
            <a:off x="304800" y="1714500"/>
            <a:ext cx="17449800" cy="8077200"/>
          </a:xfrm>
          <a:prstGeom prst="rect">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26" name="Google Shape;226;p28"/>
          <p:cNvSpPr txBox="1"/>
          <p:nvPr/>
        </p:nvSpPr>
        <p:spPr>
          <a:xfrm>
            <a:off x="457200" y="495300"/>
            <a:ext cx="14935200" cy="769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1">
                <a:solidFill>
                  <a:schemeClr val="lt1"/>
                </a:solidFill>
                <a:latin typeface="Times New Roman"/>
                <a:ea typeface="Times New Roman"/>
                <a:cs typeface="Times New Roman"/>
                <a:sym typeface="Times New Roman"/>
              </a:rPr>
              <a:t>Gantt Chart:</a:t>
            </a:r>
            <a:endParaRPr sz="5400">
              <a:solidFill>
                <a:schemeClr val="lt1"/>
              </a:solidFill>
              <a:latin typeface="Times New Roman"/>
              <a:ea typeface="Times New Roman"/>
              <a:cs typeface="Times New Roman"/>
              <a:sym typeface="Times New Roman"/>
            </a:endParaRPr>
          </a:p>
        </p:txBody>
      </p:sp>
      <p:pic>
        <p:nvPicPr>
          <p:cNvPr id="227" name="Google Shape;227;p28"/>
          <p:cNvPicPr preferRelativeResize="0"/>
          <p:nvPr/>
        </p:nvPicPr>
        <p:blipFill>
          <a:blip r:embed="rId3">
            <a:alphaModFix/>
          </a:blip>
          <a:stretch>
            <a:fillRect/>
          </a:stretch>
        </p:blipFill>
        <p:spPr>
          <a:xfrm>
            <a:off x="304800" y="1714500"/>
            <a:ext cx="12549650" cy="8077201"/>
          </a:xfrm>
          <a:prstGeom prst="rect">
            <a:avLst/>
          </a:prstGeom>
          <a:solidFill>
            <a:schemeClr val="lt1"/>
          </a:solidFill>
          <a:ln w="25400" cap="flat" cmpd="sng">
            <a:solidFill>
              <a:schemeClr val="accent6"/>
            </a:solidFill>
            <a:prstDash val="solid"/>
            <a:round/>
            <a:headEnd type="none" w="sm" len="sm"/>
            <a:tailEnd type="none" w="sm" len="sm"/>
          </a:ln>
        </p:spPr>
      </p:pic>
      <p:sp>
        <p:nvSpPr>
          <p:cNvPr id="228" name="Google Shape;228;p28"/>
          <p:cNvSpPr txBox="1"/>
          <p:nvPr/>
        </p:nvSpPr>
        <p:spPr>
          <a:xfrm>
            <a:off x="13080775" y="7114500"/>
            <a:ext cx="4405200" cy="291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a:solidFill>
                  <a:schemeClr val="dk2"/>
                </a:solidFill>
                <a:latin typeface="Roboto"/>
                <a:ea typeface="Roboto"/>
                <a:cs typeface="Roboto"/>
                <a:sym typeface="Roboto"/>
              </a:rPr>
              <a:t>Fig7: Project timeline Gantt chart for Flood Monitoring and Early Warning System </a:t>
            </a:r>
            <a:endParaRPr sz="2800">
              <a:solidFill>
                <a:schemeClr val="dk2"/>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52593"/>
        </a:solidFill>
        <a:effectLst/>
      </p:bgPr>
    </p:bg>
    <p:spTree>
      <p:nvGrpSpPr>
        <p:cNvPr id="1" name="Shape 232"/>
        <p:cNvGrpSpPr/>
        <p:nvPr/>
      </p:nvGrpSpPr>
      <p:grpSpPr>
        <a:xfrm>
          <a:off x="0" y="0"/>
          <a:ext cx="0" cy="0"/>
          <a:chOff x="0" y="0"/>
          <a:chExt cx="0" cy="0"/>
        </a:xfrm>
      </p:grpSpPr>
      <p:sp>
        <p:nvSpPr>
          <p:cNvPr id="233" name="Google Shape;233;p29"/>
          <p:cNvSpPr/>
          <p:nvPr/>
        </p:nvSpPr>
        <p:spPr>
          <a:xfrm>
            <a:off x="304800" y="2283575"/>
            <a:ext cx="17449800" cy="6427500"/>
          </a:xfrm>
          <a:prstGeom prst="rect">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34" name="Google Shape;234;p29"/>
          <p:cNvSpPr txBox="1"/>
          <p:nvPr/>
        </p:nvSpPr>
        <p:spPr>
          <a:xfrm>
            <a:off x="457200" y="1024450"/>
            <a:ext cx="14935200" cy="892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200" b="1">
                <a:solidFill>
                  <a:schemeClr val="lt1"/>
                </a:solidFill>
                <a:latin typeface="Times New Roman"/>
                <a:ea typeface="Times New Roman"/>
                <a:cs typeface="Times New Roman"/>
                <a:sym typeface="Times New Roman"/>
              </a:rPr>
              <a:t>Result </a:t>
            </a:r>
            <a:r>
              <a:rPr lang="en-US" sz="5100" b="1">
                <a:solidFill>
                  <a:schemeClr val="lt1"/>
                </a:solidFill>
                <a:latin typeface="Times New Roman"/>
                <a:ea typeface="Times New Roman"/>
                <a:cs typeface="Times New Roman"/>
                <a:sym typeface="Times New Roman"/>
              </a:rPr>
              <a:t>and Outcome</a:t>
            </a:r>
            <a:endParaRPr sz="6200">
              <a:solidFill>
                <a:schemeClr val="lt1"/>
              </a:solidFill>
              <a:latin typeface="Times New Roman"/>
              <a:ea typeface="Times New Roman"/>
              <a:cs typeface="Times New Roman"/>
              <a:sym typeface="Times New Roman"/>
            </a:endParaRPr>
          </a:p>
        </p:txBody>
      </p:sp>
      <p:sp>
        <p:nvSpPr>
          <p:cNvPr id="235" name="Google Shape;235;p29"/>
          <p:cNvSpPr txBox="1"/>
          <p:nvPr/>
        </p:nvSpPr>
        <p:spPr>
          <a:xfrm>
            <a:off x="571500" y="2656805"/>
            <a:ext cx="16916400" cy="6885300"/>
          </a:xfrm>
          <a:prstGeom prst="rect">
            <a:avLst/>
          </a:prstGeom>
          <a:noFill/>
          <a:ln>
            <a:noFill/>
          </a:ln>
        </p:spPr>
        <p:txBody>
          <a:bodyPr spcFirstLastPara="1" wrap="square" lIns="91425" tIns="45700" rIns="91425" bIns="45700" anchor="t" anchorCtr="0">
            <a:spAutoFit/>
          </a:bodyPr>
          <a:lstStyle/>
          <a:p>
            <a:pPr marL="457200" lvl="0" indent="-400050" algn="l" rtl="0">
              <a:lnSpc>
                <a:spcPct val="200000"/>
              </a:lnSpc>
              <a:spcBef>
                <a:spcPts val="654"/>
              </a:spcBef>
              <a:spcAft>
                <a:spcPts val="0"/>
              </a:spcAft>
              <a:buSzPts val="2700"/>
              <a:buFont typeface="Times New Roman"/>
              <a:buChar char="❖"/>
            </a:pPr>
            <a:r>
              <a:rPr lang="en-US" sz="2700">
                <a:latin typeface="Times New Roman"/>
                <a:ea typeface="Times New Roman"/>
                <a:cs typeface="Times New Roman"/>
                <a:sym typeface="Times New Roman"/>
              </a:rPr>
              <a:t>The system successfully monitored rainfall and water-level changes in real time.</a:t>
            </a:r>
            <a:endParaRPr sz="2700">
              <a:latin typeface="Times New Roman"/>
              <a:ea typeface="Times New Roman"/>
              <a:cs typeface="Times New Roman"/>
              <a:sym typeface="Times New Roman"/>
            </a:endParaRPr>
          </a:p>
          <a:p>
            <a:pPr marL="457200" lvl="0" indent="-400050" algn="l" rtl="0">
              <a:lnSpc>
                <a:spcPct val="200000"/>
              </a:lnSpc>
              <a:spcBef>
                <a:spcPts val="0"/>
              </a:spcBef>
              <a:spcAft>
                <a:spcPts val="0"/>
              </a:spcAft>
              <a:buSzPts val="2700"/>
              <a:buFont typeface="Times New Roman"/>
              <a:buChar char="❖"/>
            </a:pPr>
            <a:r>
              <a:rPr lang="en-US" sz="2700">
                <a:latin typeface="Times New Roman"/>
                <a:ea typeface="Times New Roman"/>
                <a:cs typeface="Times New Roman"/>
                <a:sym typeface="Times New Roman"/>
              </a:rPr>
              <a:t>Different simulated sensor values produced the correct flood-risk classification.</a:t>
            </a:r>
            <a:endParaRPr sz="2700">
              <a:latin typeface="Times New Roman"/>
              <a:ea typeface="Times New Roman"/>
              <a:cs typeface="Times New Roman"/>
              <a:sym typeface="Times New Roman"/>
            </a:endParaRPr>
          </a:p>
          <a:p>
            <a:pPr marL="457200" lvl="0" indent="-400050" algn="l" rtl="0">
              <a:lnSpc>
                <a:spcPct val="200000"/>
              </a:lnSpc>
              <a:spcBef>
                <a:spcPts val="0"/>
              </a:spcBef>
              <a:spcAft>
                <a:spcPts val="0"/>
              </a:spcAft>
              <a:buSzPts val="2700"/>
              <a:buFont typeface="Times New Roman"/>
              <a:buChar char="❖"/>
            </a:pPr>
            <a:r>
              <a:rPr lang="en-US" sz="2700" b="1">
                <a:latin typeface="Times New Roman"/>
                <a:ea typeface="Times New Roman"/>
                <a:cs typeface="Times New Roman"/>
                <a:sym typeface="Times New Roman"/>
              </a:rPr>
              <a:t>Normal condition:</a:t>
            </a:r>
            <a:r>
              <a:rPr lang="en-US" sz="2700">
                <a:latin typeface="Times New Roman"/>
                <a:ea typeface="Times New Roman"/>
                <a:cs typeface="Times New Roman"/>
                <a:sym typeface="Times New Roman"/>
              </a:rPr>
              <a:t> Safe status displayed with the normal indicator.</a:t>
            </a:r>
            <a:endParaRPr sz="2700">
              <a:latin typeface="Times New Roman"/>
              <a:ea typeface="Times New Roman"/>
              <a:cs typeface="Times New Roman"/>
              <a:sym typeface="Times New Roman"/>
            </a:endParaRPr>
          </a:p>
          <a:p>
            <a:pPr marL="457200" lvl="0" indent="-400050" algn="l" rtl="0">
              <a:lnSpc>
                <a:spcPct val="200000"/>
              </a:lnSpc>
              <a:spcBef>
                <a:spcPts val="0"/>
              </a:spcBef>
              <a:spcAft>
                <a:spcPts val="0"/>
              </a:spcAft>
              <a:buSzPts val="2700"/>
              <a:buFont typeface="Times New Roman"/>
              <a:buChar char="❖"/>
            </a:pPr>
            <a:r>
              <a:rPr lang="en-US" sz="2700" b="1">
                <a:latin typeface="Times New Roman"/>
                <a:ea typeface="Times New Roman"/>
                <a:cs typeface="Times New Roman"/>
                <a:sym typeface="Times New Roman"/>
              </a:rPr>
              <a:t>Warning condition:</a:t>
            </a:r>
            <a:r>
              <a:rPr lang="en-US" sz="2700">
                <a:latin typeface="Times New Roman"/>
                <a:ea typeface="Times New Roman"/>
                <a:cs typeface="Times New Roman"/>
                <a:sym typeface="Times New Roman"/>
              </a:rPr>
              <a:t> Warning message and indicator activated.</a:t>
            </a:r>
            <a:endParaRPr sz="2700">
              <a:latin typeface="Times New Roman"/>
              <a:ea typeface="Times New Roman"/>
              <a:cs typeface="Times New Roman"/>
              <a:sym typeface="Times New Roman"/>
            </a:endParaRPr>
          </a:p>
          <a:p>
            <a:pPr marL="457200" lvl="0" indent="-400050" algn="l" rtl="0">
              <a:lnSpc>
                <a:spcPct val="200000"/>
              </a:lnSpc>
              <a:spcBef>
                <a:spcPts val="0"/>
              </a:spcBef>
              <a:spcAft>
                <a:spcPts val="0"/>
              </a:spcAft>
              <a:buSzPts val="2700"/>
              <a:buFont typeface="Times New Roman"/>
              <a:buChar char="❖"/>
            </a:pPr>
            <a:r>
              <a:rPr lang="en-US" sz="2700" b="1">
                <a:latin typeface="Times New Roman"/>
                <a:ea typeface="Times New Roman"/>
                <a:cs typeface="Times New Roman"/>
                <a:sym typeface="Times New Roman"/>
              </a:rPr>
              <a:t>Critical condition:</a:t>
            </a:r>
            <a:r>
              <a:rPr lang="en-US" sz="2700">
                <a:latin typeface="Times New Roman"/>
                <a:ea typeface="Times New Roman"/>
                <a:cs typeface="Times New Roman"/>
                <a:sym typeface="Times New Roman"/>
              </a:rPr>
              <a:t> Buzzer and emergency alert activated.</a:t>
            </a:r>
            <a:endParaRPr sz="2700">
              <a:latin typeface="Times New Roman"/>
              <a:ea typeface="Times New Roman"/>
              <a:cs typeface="Times New Roman"/>
              <a:sym typeface="Times New Roman"/>
            </a:endParaRPr>
          </a:p>
          <a:p>
            <a:pPr marL="457200" lvl="0" indent="-400050" algn="l" rtl="0">
              <a:lnSpc>
                <a:spcPct val="200000"/>
              </a:lnSpc>
              <a:spcBef>
                <a:spcPts val="0"/>
              </a:spcBef>
              <a:spcAft>
                <a:spcPts val="0"/>
              </a:spcAft>
              <a:buSzPts val="2700"/>
              <a:buFont typeface="Times New Roman"/>
              <a:buChar char="❖"/>
            </a:pPr>
            <a:r>
              <a:rPr lang="en-US" sz="2700">
                <a:latin typeface="Times New Roman"/>
                <a:ea typeface="Times New Roman"/>
                <a:cs typeface="Times New Roman"/>
                <a:sym typeface="Times New Roman"/>
              </a:rPr>
              <a:t>The monitoring process repeated automatically for continuous detection.</a:t>
            </a:r>
            <a:endParaRPr sz="2700">
              <a:latin typeface="Times New Roman"/>
              <a:ea typeface="Times New Roman"/>
              <a:cs typeface="Times New Roman"/>
              <a:sym typeface="Times New Roman"/>
            </a:endParaRPr>
          </a:p>
          <a:p>
            <a:pPr marL="457200" lvl="0" indent="-400050" algn="l" rtl="0">
              <a:lnSpc>
                <a:spcPct val="200000"/>
              </a:lnSpc>
              <a:spcBef>
                <a:spcPts val="0"/>
              </a:spcBef>
              <a:spcAft>
                <a:spcPts val="0"/>
              </a:spcAft>
              <a:buSzPts val="2700"/>
              <a:buFont typeface="Times New Roman"/>
              <a:buChar char="❖"/>
            </a:pPr>
            <a:r>
              <a:rPr lang="en-US" sz="2700">
                <a:latin typeface="Times New Roman"/>
                <a:ea typeface="Times New Roman"/>
                <a:cs typeface="Times New Roman"/>
                <a:sym typeface="Times New Roman"/>
              </a:rPr>
              <a:t>The simulation demonstrated a fast and reliable response to changing flood conditions.</a:t>
            </a:r>
            <a:endParaRPr sz="2700">
              <a:latin typeface="Times New Roman"/>
              <a:ea typeface="Times New Roman"/>
              <a:cs typeface="Times New Roman"/>
              <a:sym typeface="Times New Roman"/>
            </a:endParaRPr>
          </a:p>
          <a:p>
            <a:pPr marL="457200" lvl="0" indent="0" algn="l" rtl="0">
              <a:lnSpc>
                <a:spcPct val="200000"/>
              </a:lnSpc>
              <a:spcBef>
                <a:spcPts val="4357"/>
              </a:spcBef>
              <a:spcAft>
                <a:spcPts val="4357"/>
              </a:spcAft>
              <a:buNone/>
            </a:pPr>
            <a:endParaRPr sz="2700">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52593"/>
        </a:solidFill>
        <a:effectLst/>
      </p:bgPr>
    </p:bg>
    <p:spTree>
      <p:nvGrpSpPr>
        <p:cNvPr id="1" name="Shape 239"/>
        <p:cNvGrpSpPr/>
        <p:nvPr/>
      </p:nvGrpSpPr>
      <p:grpSpPr>
        <a:xfrm>
          <a:off x="0" y="0"/>
          <a:ext cx="0" cy="0"/>
          <a:chOff x="0" y="0"/>
          <a:chExt cx="0" cy="0"/>
        </a:xfrm>
      </p:grpSpPr>
      <p:sp>
        <p:nvSpPr>
          <p:cNvPr id="240" name="Google Shape;240;p30"/>
          <p:cNvSpPr/>
          <p:nvPr/>
        </p:nvSpPr>
        <p:spPr>
          <a:xfrm>
            <a:off x="304800" y="2314700"/>
            <a:ext cx="17449800" cy="6754200"/>
          </a:xfrm>
          <a:prstGeom prst="rect">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41" name="Google Shape;241;p30"/>
          <p:cNvSpPr txBox="1"/>
          <p:nvPr/>
        </p:nvSpPr>
        <p:spPr>
          <a:xfrm>
            <a:off x="457200" y="1148925"/>
            <a:ext cx="14935200" cy="87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100" b="1">
                <a:solidFill>
                  <a:schemeClr val="lt1"/>
                </a:solidFill>
                <a:latin typeface="Times New Roman"/>
                <a:ea typeface="Times New Roman"/>
                <a:cs typeface="Times New Roman"/>
                <a:sym typeface="Times New Roman"/>
              </a:rPr>
              <a:t>Discussion </a:t>
            </a:r>
            <a:endParaRPr sz="6100">
              <a:solidFill>
                <a:schemeClr val="lt1"/>
              </a:solidFill>
              <a:latin typeface="Times New Roman"/>
              <a:ea typeface="Times New Roman"/>
              <a:cs typeface="Times New Roman"/>
              <a:sym typeface="Times New Roman"/>
            </a:endParaRPr>
          </a:p>
        </p:txBody>
      </p:sp>
      <p:sp>
        <p:nvSpPr>
          <p:cNvPr id="242" name="Google Shape;242;p30"/>
          <p:cNvSpPr txBox="1"/>
          <p:nvPr/>
        </p:nvSpPr>
        <p:spPr>
          <a:xfrm>
            <a:off x="685800" y="2792405"/>
            <a:ext cx="16916400" cy="6474900"/>
          </a:xfrm>
          <a:prstGeom prst="rect">
            <a:avLst/>
          </a:prstGeom>
          <a:noFill/>
          <a:ln>
            <a:noFill/>
          </a:ln>
        </p:spPr>
        <p:txBody>
          <a:bodyPr spcFirstLastPara="1" wrap="square" lIns="91425" tIns="45700" rIns="91425" bIns="45700" anchor="t" anchorCtr="0">
            <a:spAutoFit/>
          </a:bodyPr>
          <a:lstStyle/>
          <a:p>
            <a:pPr marL="457200" lvl="0" indent="-393700" algn="l" rtl="0">
              <a:lnSpc>
                <a:spcPct val="200000"/>
              </a:lnSpc>
              <a:spcBef>
                <a:spcPts val="1200"/>
              </a:spcBef>
              <a:spcAft>
                <a:spcPts val="0"/>
              </a:spcAft>
              <a:buSzPts val="2600"/>
              <a:buChar char="❖"/>
            </a:pPr>
            <a:r>
              <a:rPr lang="en-US" sz="2600"/>
              <a:t>The Arduino UNO collects data from the </a:t>
            </a:r>
            <a:r>
              <a:rPr lang="en-US" sz="2600" b="1"/>
              <a:t>rain sensor</a:t>
            </a:r>
            <a:r>
              <a:rPr lang="en-US" sz="2600"/>
              <a:t> and </a:t>
            </a:r>
            <a:r>
              <a:rPr lang="en-US" sz="2600" b="1"/>
              <a:t>ultrasonic sensor</a:t>
            </a:r>
            <a:r>
              <a:rPr lang="en-US" sz="2600"/>
              <a:t>.</a:t>
            </a:r>
            <a:endParaRPr sz="2600"/>
          </a:p>
          <a:p>
            <a:pPr marL="457200" lvl="0" indent="-393700" algn="l" rtl="0">
              <a:lnSpc>
                <a:spcPct val="200000"/>
              </a:lnSpc>
              <a:spcBef>
                <a:spcPts val="0"/>
              </a:spcBef>
              <a:spcAft>
                <a:spcPts val="0"/>
              </a:spcAft>
              <a:buSzPts val="2600"/>
              <a:buChar char="❖"/>
            </a:pPr>
            <a:r>
              <a:rPr lang="en-US" sz="2600"/>
              <a:t>The rain sensor detects rainfall intensity, while the ultrasonic sensor measures the water level.</a:t>
            </a:r>
            <a:endParaRPr sz="2600"/>
          </a:p>
          <a:p>
            <a:pPr marL="457200" lvl="0" indent="-393700" algn="l" rtl="0">
              <a:lnSpc>
                <a:spcPct val="200000"/>
              </a:lnSpc>
              <a:spcBef>
                <a:spcPts val="0"/>
              </a:spcBef>
              <a:spcAft>
                <a:spcPts val="0"/>
              </a:spcAft>
              <a:buSzPts val="2600"/>
              <a:buChar char="❖"/>
            </a:pPr>
            <a:r>
              <a:rPr lang="en-US" sz="2600"/>
              <a:t>Sensor readings are compared with predefined thresholds.</a:t>
            </a:r>
            <a:endParaRPr sz="2600"/>
          </a:p>
          <a:p>
            <a:pPr marL="457200" lvl="0" indent="-393700" algn="l" rtl="0">
              <a:lnSpc>
                <a:spcPct val="200000"/>
              </a:lnSpc>
              <a:spcBef>
                <a:spcPts val="0"/>
              </a:spcBef>
              <a:spcAft>
                <a:spcPts val="0"/>
              </a:spcAft>
              <a:buSzPts val="2600"/>
              <a:buChar char="❖"/>
            </a:pPr>
            <a:r>
              <a:rPr lang="en-US" sz="2600"/>
              <a:t>The system classifies the flood condition as </a:t>
            </a:r>
            <a:r>
              <a:rPr lang="en-US" sz="2600" b="1"/>
              <a:t>Normal, Warning, or Critical</a:t>
            </a:r>
            <a:r>
              <a:rPr lang="en-US" sz="2600"/>
              <a:t>.</a:t>
            </a:r>
            <a:endParaRPr sz="2600"/>
          </a:p>
          <a:p>
            <a:pPr marL="457200" lvl="0" indent="-393700" algn="l" rtl="0">
              <a:lnSpc>
                <a:spcPct val="200000"/>
              </a:lnSpc>
              <a:spcBef>
                <a:spcPts val="0"/>
              </a:spcBef>
              <a:spcAft>
                <a:spcPts val="0"/>
              </a:spcAft>
              <a:buSzPts val="2600"/>
              <a:buChar char="❖"/>
            </a:pPr>
            <a:r>
              <a:rPr lang="en-US" sz="2600"/>
              <a:t>LED, LCD, buzzer, and provide warnings.</a:t>
            </a:r>
            <a:endParaRPr sz="2600"/>
          </a:p>
          <a:p>
            <a:pPr marL="457200" lvl="0" indent="-393700" algn="l" rtl="0">
              <a:lnSpc>
                <a:spcPct val="200000"/>
              </a:lnSpc>
              <a:spcBef>
                <a:spcPts val="0"/>
              </a:spcBef>
              <a:spcAft>
                <a:spcPts val="0"/>
              </a:spcAft>
              <a:buSzPts val="2600"/>
              <a:buChar char="❖"/>
            </a:pPr>
            <a:r>
              <a:rPr lang="en-US" sz="2600"/>
              <a:t>Tinkercad simulation is used to test the complete sensor-to-alert process.</a:t>
            </a:r>
            <a:endParaRPr sz="2600"/>
          </a:p>
          <a:p>
            <a:pPr marL="457200" lvl="0" indent="-393700" algn="l" rtl="0">
              <a:lnSpc>
                <a:spcPct val="200000"/>
              </a:lnSpc>
              <a:spcBef>
                <a:spcPts val="0"/>
              </a:spcBef>
              <a:spcAft>
                <a:spcPts val="0"/>
              </a:spcAft>
              <a:buSzPts val="2600"/>
              <a:buChar char="❖"/>
            </a:pPr>
            <a:r>
              <a:rPr lang="en-US" sz="2600"/>
              <a:t>Combining rainfall and water-level data helps reduce false warnings.</a:t>
            </a:r>
            <a:endParaRPr sz="2600"/>
          </a:p>
          <a:p>
            <a:pPr marL="457200" lvl="0" indent="0" algn="l" rtl="0">
              <a:lnSpc>
                <a:spcPct val="200000"/>
              </a:lnSpc>
              <a:spcBef>
                <a:spcPts val="1400"/>
              </a:spcBef>
              <a:spcAft>
                <a:spcPts val="400"/>
              </a:spcAft>
              <a:buNone/>
            </a:pPr>
            <a:endParaRPr sz="3900" b="1">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52593"/>
        </a:solidFill>
        <a:effectLst/>
      </p:bgPr>
    </p:bg>
    <p:spTree>
      <p:nvGrpSpPr>
        <p:cNvPr id="1" name="Shape 246"/>
        <p:cNvGrpSpPr/>
        <p:nvPr/>
      </p:nvGrpSpPr>
      <p:grpSpPr>
        <a:xfrm>
          <a:off x="0" y="0"/>
          <a:ext cx="0" cy="0"/>
          <a:chOff x="0" y="0"/>
          <a:chExt cx="0" cy="0"/>
        </a:xfrm>
      </p:grpSpPr>
      <p:sp>
        <p:nvSpPr>
          <p:cNvPr id="247" name="Google Shape;247;p31"/>
          <p:cNvSpPr/>
          <p:nvPr/>
        </p:nvSpPr>
        <p:spPr>
          <a:xfrm>
            <a:off x="304800" y="1714500"/>
            <a:ext cx="17449800" cy="8077200"/>
          </a:xfrm>
          <a:prstGeom prst="rect">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48" name="Google Shape;248;p31"/>
          <p:cNvSpPr txBox="1"/>
          <p:nvPr/>
        </p:nvSpPr>
        <p:spPr>
          <a:xfrm>
            <a:off x="457200" y="697625"/>
            <a:ext cx="14935200" cy="1980300"/>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1200"/>
              </a:spcBef>
              <a:spcAft>
                <a:spcPts val="0"/>
              </a:spcAft>
              <a:buNone/>
            </a:pPr>
            <a:r>
              <a:rPr lang="en-US" sz="5100">
                <a:solidFill>
                  <a:schemeClr val="lt1"/>
                </a:solidFill>
                <a:latin typeface="Times New Roman"/>
                <a:ea typeface="Times New Roman"/>
                <a:cs typeface="Times New Roman"/>
                <a:sym typeface="Times New Roman"/>
              </a:rPr>
              <a:t>Conclusion</a:t>
            </a:r>
            <a:endParaRPr sz="5400">
              <a:solidFill>
                <a:schemeClr val="lt1"/>
              </a:solidFill>
              <a:latin typeface="Times New Roman"/>
              <a:ea typeface="Times New Roman"/>
              <a:cs typeface="Times New Roman"/>
              <a:sym typeface="Times New Roman"/>
            </a:endParaRPr>
          </a:p>
          <a:p>
            <a:pPr marL="0" marR="0" lvl="0" indent="0" algn="l" rtl="0">
              <a:spcBef>
                <a:spcPts val="1200"/>
              </a:spcBef>
              <a:spcAft>
                <a:spcPts val="0"/>
              </a:spcAft>
              <a:buNone/>
            </a:pPr>
            <a:endParaRPr sz="5400">
              <a:solidFill>
                <a:schemeClr val="lt1"/>
              </a:solidFill>
              <a:latin typeface="Times New Roman"/>
              <a:ea typeface="Times New Roman"/>
              <a:cs typeface="Times New Roman"/>
              <a:sym typeface="Times New Roman"/>
            </a:endParaRPr>
          </a:p>
        </p:txBody>
      </p:sp>
      <p:sp>
        <p:nvSpPr>
          <p:cNvPr id="249" name="Google Shape;249;p31"/>
          <p:cNvSpPr txBox="1"/>
          <p:nvPr/>
        </p:nvSpPr>
        <p:spPr>
          <a:xfrm>
            <a:off x="685800" y="2123230"/>
            <a:ext cx="16916400" cy="8173200"/>
          </a:xfrm>
          <a:prstGeom prst="rect">
            <a:avLst/>
          </a:prstGeom>
          <a:noFill/>
          <a:ln>
            <a:noFill/>
          </a:ln>
        </p:spPr>
        <p:txBody>
          <a:bodyPr spcFirstLastPara="1" wrap="square" lIns="91425" tIns="45700" rIns="91425" bIns="45700" anchor="t" anchorCtr="0">
            <a:spAutoFit/>
          </a:bodyPr>
          <a:lstStyle/>
          <a:p>
            <a:pPr marL="457200" lvl="0" indent="-450850" algn="l" rtl="0">
              <a:lnSpc>
                <a:spcPct val="200000"/>
              </a:lnSpc>
              <a:spcBef>
                <a:spcPts val="0"/>
              </a:spcBef>
              <a:spcAft>
                <a:spcPts val="0"/>
              </a:spcAft>
              <a:buSzPts val="3500"/>
              <a:buFont typeface="Times New Roman"/>
              <a:buChar char="❖"/>
            </a:pPr>
            <a:r>
              <a:rPr lang="en-US" sz="3500">
                <a:latin typeface="Times New Roman"/>
                <a:ea typeface="Times New Roman"/>
                <a:cs typeface="Times New Roman"/>
                <a:sym typeface="Times New Roman"/>
              </a:rPr>
              <a:t>The project presents a low-cost Arduino-based flood monitoring and early-warning system.</a:t>
            </a:r>
            <a:endParaRPr sz="3500">
              <a:latin typeface="Times New Roman"/>
              <a:ea typeface="Times New Roman"/>
              <a:cs typeface="Times New Roman"/>
              <a:sym typeface="Times New Roman"/>
            </a:endParaRPr>
          </a:p>
          <a:p>
            <a:pPr marL="457200" lvl="0" indent="-450850" algn="l" rtl="0">
              <a:lnSpc>
                <a:spcPct val="200000"/>
              </a:lnSpc>
              <a:spcBef>
                <a:spcPts val="0"/>
              </a:spcBef>
              <a:spcAft>
                <a:spcPts val="0"/>
              </a:spcAft>
              <a:buSzPts val="3500"/>
              <a:buFont typeface="Times New Roman"/>
              <a:buChar char="❖"/>
            </a:pPr>
            <a:r>
              <a:rPr lang="en-US" sz="3500">
                <a:latin typeface="Times New Roman"/>
                <a:ea typeface="Times New Roman"/>
                <a:cs typeface="Times New Roman"/>
                <a:sym typeface="Times New Roman"/>
              </a:rPr>
              <a:t>Rain and ultrasonic sensors allow continuous monitoring of rainfall and water level.</a:t>
            </a:r>
            <a:endParaRPr sz="3500">
              <a:latin typeface="Times New Roman"/>
              <a:ea typeface="Times New Roman"/>
              <a:cs typeface="Times New Roman"/>
              <a:sym typeface="Times New Roman"/>
            </a:endParaRPr>
          </a:p>
          <a:p>
            <a:pPr marL="457200" lvl="0" indent="-450850" algn="l" rtl="0">
              <a:lnSpc>
                <a:spcPct val="200000"/>
              </a:lnSpc>
              <a:spcBef>
                <a:spcPts val="0"/>
              </a:spcBef>
              <a:spcAft>
                <a:spcPts val="0"/>
              </a:spcAft>
              <a:buSzPts val="3500"/>
              <a:buChar char="❖"/>
            </a:pPr>
            <a:r>
              <a:rPr lang="en-US" sz="3500">
                <a:latin typeface="Times New Roman"/>
                <a:ea typeface="Times New Roman"/>
                <a:cs typeface="Times New Roman"/>
                <a:sym typeface="Times New Roman"/>
              </a:rPr>
              <a:t>Threshold-based analysis provides clear </a:t>
            </a:r>
            <a:r>
              <a:rPr lang="en-US" sz="3500" b="1">
                <a:latin typeface="Times New Roman"/>
                <a:ea typeface="Times New Roman"/>
                <a:cs typeface="Times New Roman"/>
                <a:sym typeface="Times New Roman"/>
              </a:rPr>
              <a:t>Normal, Warning, and Critical</a:t>
            </a:r>
            <a:r>
              <a:rPr lang="en-US" sz="3500">
                <a:latin typeface="Times New Roman"/>
                <a:ea typeface="Times New Roman"/>
                <a:cs typeface="Times New Roman"/>
                <a:sym typeface="Times New Roman"/>
              </a:rPr>
              <a:t> classifications.</a:t>
            </a:r>
            <a:endParaRPr sz="3500">
              <a:latin typeface="Times New Roman"/>
              <a:ea typeface="Times New Roman"/>
              <a:cs typeface="Times New Roman"/>
              <a:sym typeface="Times New Roman"/>
            </a:endParaRPr>
          </a:p>
          <a:p>
            <a:pPr marL="457200" lvl="0" indent="-450850" algn="l" rtl="0">
              <a:lnSpc>
                <a:spcPct val="200000"/>
              </a:lnSpc>
              <a:spcBef>
                <a:spcPts val="0"/>
              </a:spcBef>
              <a:spcAft>
                <a:spcPts val="0"/>
              </a:spcAft>
              <a:buSzPts val="3500"/>
              <a:buFont typeface="Times New Roman"/>
              <a:buChar char="❖"/>
            </a:pPr>
            <a:r>
              <a:rPr lang="en-US" sz="3500">
                <a:latin typeface="Times New Roman"/>
                <a:ea typeface="Times New Roman"/>
                <a:cs typeface="Times New Roman"/>
                <a:sym typeface="Times New Roman"/>
              </a:rPr>
              <a:t>Automatic alerts improve response time during possible flood situations.</a:t>
            </a:r>
            <a:endParaRPr sz="3500">
              <a:latin typeface="Times New Roman"/>
              <a:ea typeface="Times New Roman"/>
              <a:cs typeface="Times New Roman"/>
              <a:sym typeface="Times New Roman"/>
            </a:endParaRPr>
          </a:p>
          <a:p>
            <a:pPr marL="457200" lvl="0" indent="-450850" algn="l" rtl="0">
              <a:lnSpc>
                <a:spcPct val="200000"/>
              </a:lnSpc>
              <a:spcBef>
                <a:spcPts val="0"/>
              </a:spcBef>
              <a:spcAft>
                <a:spcPts val="0"/>
              </a:spcAft>
              <a:buSzPts val="3500"/>
              <a:buFont typeface="Times New Roman"/>
              <a:buChar char="❖"/>
            </a:pPr>
            <a:r>
              <a:rPr lang="en-US" sz="3500">
                <a:latin typeface="Times New Roman"/>
                <a:ea typeface="Times New Roman"/>
                <a:cs typeface="Times New Roman"/>
                <a:sym typeface="Times New Roman"/>
              </a:rPr>
              <a:t>Tinkercad simulation confirms the system’s basic functionality before hardware deployment.</a:t>
            </a:r>
            <a:endParaRPr sz="3500">
              <a:latin typeface="Times New Roman"/>
              <a:ea typeface="Times New Roman"/>
              <a:cs typeface="Times New Roman"/>
              <a:sym typeface="Times New Roman"/>
            </a:endParaRPr>
          </a:p>
          <a:p>
            <a:pPr marL="457200" lvl="0" indent="-450850" algn="l" rtl="0">
              <a:lnSpc>
                <a:spcPct val="200000"/>
              </a:lnSpc>
              <a:spcBef>
                <a:spcPts val="0"/>
              </a:spcBef>
              <a:spcAft>
                <a:spcPts val="0"/>
              </a:spcAft>
              <a:buSzPts val="3500"/>
              <a:buFont typeface="Times New Roman"/>
              <a:buChar char="❖"/>
            </a:pPr>
            <a:r>
              <a:rPr lang="en-US" sz="3500">
                <a:latin typeface="Times New Roman"/>
                <a:ea typeface="Times New Roman"/>
                <a:cs typeface="Times New Roman"/>
                <a:sym typeface="Times New Roman"/>
              </a:rPr>
              <a:t>The proposed system can improve disaster preparedness in flood-prone communities.</a:t>
            </a:r>
            <a:endParaRPr sz="3500">
              <a:latin typeface="Times New Roman"/>
              <a:ea typeface="Times New Roman"/>
              <a:cs typeface="Times New Roman"/>
              <a:sym typeface="Times New Roman"/>
            </a:endParaRPr>
          </a:p>
          <a:p>
            <a:pPr marL="0" marR="0" lvl="0" indent="0" algn="l" rtl="0">
              <a:lnSpc>
                <a:spcPct val="200000"/>
              </a:lnSpc>
              <a:spcBef>
                <a:spcPts val="0"/>
              </a:spcBef>
              <a:spcAft>
                <a:spcPts val="0"/>
              </a:spcAft>
              <a:buNone/>
            </a:pPr>
            <a:endParaRPr sz="3500" b="1">
              <a:solidFill>
                <a:schemeClr val="dk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52593"/>
        </a:solidFill>
        <a:effectLst/>
      </p:bgPr>
    </p:bg>
    <p:spTree>
      <p:nvGrpSpPr>
        <p:cNvPr id="1" name="Shape 253"/>
        <p:cNvGrpSpPr/>
        <p:nvPr/>
      </p:nvGrpSpPr>
      <p:grpSpPr>
        <a:xfrm>
          <a:off x="0" y="0"/>
          <a:ext cx="0" cy="0"/>
          <a:chOff x="0" y="0"/>
          <a:chExt cx="0" cy="0"/>
        </a:xfrm>
      </p:grpSpPr>
      <p:sp>
        <p:nvSpPr>
          <p:cNvPr id="254" name="Google Shape;254;p32"/>
          <p:cNvSpPr/>
          <p:nvPr/>
        </p:nvSpPr>
        <p:spPr>
          <a:xfrm>
            <a:off x="304800" y="1714500"/>
            <a:ext cx="17449800" cy="8077200"/>
          </a:xfrm>
          <a:prstGeom prst="rect">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55" name="Google Shape;255;p32"/>
          <p:cNvSpPr txBox="1"/>
          <p:nvPr/>
        </p:nvSpPr>
        <p:spPr>
          <a:xfrm>
            <a:off x="457200" y="495300"/>
            <a:ext cx="14935200" cy="1600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1">
                <a:solidFill>
                  <a:schemeClr val="lt1"/>
                </a:solidFill>
                <a:latin typeface="Times New Roman"/>
                <a:ea typeface="Times New Roman"/>
                <a:cs typeface="Times New Roman"/>
                <a:sym typeface="Times New Roman"/>
              </a:rPr>
              <a:t>Future Scope </a:t>
            </a:r>
            <a:endParaRPr/>
          </a:p>
          <a:p>
            <a:pPr marL="0" marR="0" lvl="0" indent="0" algn="l" rtl="0">
              <a:spcBef>
                <a:spcPts val="0"/>
              </a:spcBef>
              <a:spcAft>
                <a:spcPts val="0"/>
              </a:spcAft>
              <a:buNone/>
            </a:pPr>
            <a:endParaRPr sz="5400">
              <a:solidFill>
                <a:schemeClr val="lt1"/>
              </a:solidFill>
              <a:latin typeface="Times New Roman"/>
              <a:ea typeface="Times New Roman"/>
              <a:cs typeface="Times New Roman"/>
              <a:sym typeface="Times New Roman"/>
            </a:endParaRPr>
          </a:p>
        </p:txBody>
      </p:sp>
      <p:sp>
        <p:nvSpPr>
          <p:cNvPr id="256" name="Google Shape;256;p32"/>
          <p:cNvSpPr txBox="1"/>
          <p:nvPr/>
        </p:nvSpPr>
        <p:spPr>
          <a:xfrm>
            <a:off x="685800" y="1952030"/>
            <a:ext cx="16916400" cy="4996200"/>
          </a:xfrm>
          <a:prstGeom prst="rect">
            <a:avLst/>
          </a:prstGeom>
          <a:noFill/>
          <a:ln>
            <a:noFill/>
          </a:ln>
        </p:spPr>
        <p:txBody>
          <a:bodyPr spcFirstLastPara="1" wrap="square" lIns="91425" tIns="45700" rIns="91425" bIns="45700" anchor="t" anchorCtr="0">
            <a:noAutofit/>
          </a:bodyPr>
          <a:lstStyle/>
          <a:p>
            <a:pPr marL="0" lvl="0" indent="0" algn="just" rtl="0">
              <a:lnSpc>
                <a:spcPct val="115000"/>
              </a:lnSpc>
              <a:spcBef>
                <a:spcPts val="1200"/>
              </a:spcBef>
              <a:spcAft>
                <a:spcPts val="0"/>
              </a:spcAft>
              <a:buNone/>
            </a:pPr>
            <a:r>
              <a:rPr lang="en-US" sz="3200"/>
              <a:t>In the future, the system can be tested under real flood conditions and expanded using multiple sensor nodes to cover larger areas. A web or mobile dashboard can be developed for remote monitoring, while cloud storage can maintain long-term rainfall and water-level records. Solar power and battery backup can ensure continuous operation during power failures. GSM reliability can also be added for severe weather conditions. Furthermore, machine learning can be added to predict floods earlier using historical sensor data, and a weatherproof casing can protect the hardware from rain, debris, and physical damage.</a:t>
            </a:r>
            <a:endParaRPr sz="3200"/>
          </a:p>
          <a:p>
            <a:pPr marL="0" marR="0" lvl="0" indent="0" algn="just" rtl="0">
              <a:lnSpc>
                <a:spcPct val="200000"/>
              </a:lnSpc>
              <a:spcBef>
                <a:spcPts val="1200"/>
              </a:spcBef>
              <a:spcAft>
                <a:spcPts val="0"/>
              </a:spcAft>
              <a:buNone/>
            </a:pPr>
            <a:endParaRPr sz="5100">
              <a:solidFill>
                <a:schemeClr val="dk2"/>
              </a:solidFill>
              <a:latin typeface="Times New Roman"/>
              <a:ea typeface="Times New Roman"/>
              <a:cs typeface="Times New Roman"/>
              <a:sym typeface="Times New Roman"/>
            </a:endParaRPr>
          </a:p>
        </p:txBody>
      </p:sp>
      <p:pic>
        <p:nvPicPr>
          <p:cNvPr id="257" name="Google Shape;257;p32"/>
          <p:cNvPicPr preferRelativeResize="0"/>
          <p:nvPr/>
        </p:nvPicPr>
        <p:blipFill>
          <a:blip r:embed="rId3">
            <a:alphaModFix/>
          </a:blip>
          <a:stretch>
            <a:fillRect/>
          </a:stretch>
        </p:blipFill>
        <p:spPr>
          <a:xfrm>
            <a:off x="5829853" y="6025000"/>
            <a:ext cx="5312075" cy="3517300"/>
          </a:xfrm>
          <a:prstGeom prst="rect">
            <a:avLst/>
          </a:prstGeom>
          <a:solidFill>
            <a:schemeClr val="lt1"/>
          </a:solidFill>
          <a:ln w="25400" cap="flat" cmpd="sng">
            <a:solidFill>
              <a:schemeClr val="accent6"/>
            </a:solidFill>
            <a:prstDash val="solid"/>
            <a:round/>
            <a:headEnd type="none" w="sm" len="sm"/>
            <a:tailEnd type="none" w="sm" len="sm"/>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261"/>
        <p:cNvGrpSpPr/>
        <p:nvPr/>
      </p:nvGrpSpPr>
      <p:grpSpPr>
        <a:xfrm>
          <a:off x="0" y="0"/>
          <a:ext cx="0" cy="0"/>
          <a:chOff x="0" y="0"/>
          <a:chExt cx="0" cy="0"/>
        </a:xfrm>
      </p:grpSpPr>
      <p:sp>
        <p:nvSpPr>
          <p:cNvPr id="262" name="Google Shape;262;p33"/>
          <p:cNvSpPr txBox="1"/>
          <p:nvPr/>
        </p:nvSpPr>
        <p:spPr>
          <a:xfrm>
            <a:off x="4134175" y="3623425"/>
            <a:ext cx="10548300" cy="574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2000">
                <a:solidFill>
                  <a:schemeClr val="lt1"/>
                </a:solidFill>
                <a:latin typeface="Times New Roman"/>
                <a:ea typeface="Times New Roman"/>
                <a:cs typeface="Times New Roman"/>
                <a:sym typeface="Times New Roman"/>
              </a:rPr>
              <a:t>THANK YOU</a:t>
            </a:r>
            <a:endParaRPr sz="12000">
              <a:solidFill>
                <a:schemeClr val="lt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1475</Words>
  <Application>Microsoft Office PowerPoint</Application>
  <PresentationFormat>Custom</PresentationFormat>
  <Paragraphs>158</Paragraphs>
  <Slides>20</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Calibri</vt:lpstr>
      <vt:lpstr>Roboto</vt:lpstr>
      <vt:lpstr>Times New Roman</vt:lpstr>
      <vt:lpstr>Helvetica Neue</vt:lpstr>
      <vt:lpstr>Arial</vt:lpstr>
      <vt:lpstr>Geometric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Simulation</vt:lpstr>
      <vt:lpstr>Simulation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ZARIN ANAN</dc:creator>
  <cp:lastModifiedBy>ZARIN ANAN</cp:lastModifiedBy>
  <cp:revision>1</cp:revision>
  <dcterms:modified xsi:type="dcterms:W3CDTF">2026-09-08T12:42:03Z</dcterms:modified>
</cp:coreProperties>
</file>